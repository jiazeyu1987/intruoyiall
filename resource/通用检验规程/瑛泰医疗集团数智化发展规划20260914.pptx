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1" r:id="rId4"/>
    <p:sldMasterId id="2147483682" r:id="rId5"/>
    <p:sldMasterId id="2147483687" r:id="rId6"/>
    <p:sldMasterId id="2147483701" r:id="rId7"/>
    <p:sldMasterId id="2147483718" r:id="rId8"/>
    <p:sldMasterId id="2147483730" r:id="rId9"/>
    <p:sldMasterId id="2147483744" r:id="rId10"/>
    <p:sldMasterId id="2147483756" r:id="rId11"/>
    <p:sldMasterId id="2147483770" r:id="rId12"/>
  </p:sldMasterIdLst>
  <p:notesMasterIdLst>
    <p:notesMasterId r:id="rId14"/>
  </p:notesMasterIdLst>
  <p:sldIdLst>
    <p:sldId id="276" r:id="rId13"/>
    <p:sldId id="280" r:id="rId15"/>
  </p:sldIdLst>
  <p:sldSz cx="12192000" cy="6858000"/>
  <p:notesSz cx="6858000" cy="9144000"/>
  <p:custDataLst>
    <p:tags r:id="rId20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" initials="A" lastIdx="1" clrIdx="0"/>
  <p:cmAuthor id="7" name="BJB056office@kdl-int.com" initials="Bi" lastIdx="17" clrIdx="6"/>
  <p:cmAuthor id="1" name="KDL-YX-XZ-01" initials="K" lastIdx="17" clrIdx="0"/>
  <p:cmAuthor id="8" name="海 林" initials="海" lastIdx="2" clrIdx="7"/>
  <p:cmAuthor id="2" name="作者" initials="作" lastIdx="0" clrIdx="1"/>
  <p:cmAuthor id="9" name="ZJB" initials="Z" lastIdx="1" clrIdx="8"/>
  <p:cmAuthor id="3" name="CY" initials="C" lastIdx="1" clrIdx="2"/>
  <p:cmAuthor id="10" name="D01001" initials="D" lastIdx="1" clrIdx="9"/>
  <p:cmAuthor id="4" name="fafa" initials="f" lastIdx="2" clrIdx="1"/>
  <p:cmAuthor id="11" name="ABC" initials="A" lastIdx="1" clrIdx="10"/>
  <p:cmAuthor id="5" name="陈 小琦" initials="陈" lastIdx="1" clrIdx="3"/>
  <p:cmAuthor id="6" name="Administrator" initials="A" lastIdx="1" clrIdx="5"/>
  <p:cmAuthor id="399232880" name="WPS_1535604504" initials="W" lastIdx="1" clrIdx="10"/>
  <p:cmAuthor id="2002" name="yuwei xu" initials="yx" lastIdx="1" clrIdx="9"/>
  <p:cmAuthor id="2001" name="骆倩怡_Znauj26B" initials="authorId_382814100" lastIdx="0" clrIdx="0"/>
  <p:cmAuthor id="13" name="未知用户9" initials="未知用户9" lastIdx="1" clrIdx="17"/>
  <p:cmAuthor id="14" name="未知用户10" initials="未知用户10" lastIdx="1" clrIdx="18"/>
  <p:cmAuthor id="15" name="未知用户11" initials="未知用户11" lastIdx="1" clrIdx="19"/>
  <p:cmAuthor id="16" name="未知用户12" initials="未知用户12" lastIdx="1" clrIdx="20"/>
  <p:cmAuthor id="17" name="未知用户13" initials="未知用户13" lastIdx="1" clrIdx="21"/>
  <p:cmAuthor id="18" name="未知用户14" initials="未知用户14" lastIdx="1" clrIdx="22"/>
  <p:cmAuthor id="19" name="未知用户15" initials="未知用户15" lastIdx="1" clrIdx="23"/>
  <p:cmAuthor id="20" name="未知用户16" initials="未知用户16" lastIdx="1" clrIdx="24"/>
  <p:cmAuthor id="21" name="未知用户17" initials="未知用户17" lastIdx="1" clrIdx="25"/>
  <p:cmAuthor id="22" name="未知用户18" initials="未知用户18" lastIdx="1" clrIdx="26"/>
  <p:cmAuthor id="2000" name="陈京京_vaquaQvy" initials="authorId_1531172448" lastIdx="1646085876" clrIdx="0"/>
  <p:cmAuthor id="23" name="未知用户19" initials="未知用户19" lastIdx="1" clrIdx="27"/>
  <p:cmAuthor id="24" name="未知用户20" initials="未知用户20" lastIdx="1" clrIdx="28"/>
  <p:cmAuthor id="2003" name="DELL" initials="D" lastIdx="7" clrIdx="35"/>
  <p:cmAuthor id="25" name="未知用户21" initials="未知用户21" lastIdx="1" clrIdx="29"/>
  <p:cmAuthor id="26" name="未知用户22" initials="未知用户22" lastIdx="1" clrIdx="30"/>
  <p:cmAuthor id="27" name="未知用户23" initials="未知用户23" lastIdx="1" clrIdx="31"/>
  <p:cmAuthor id="28" name="未知用户24" initials="未知用户24" lastIdx="1" clrIdx="32"/>
  <p:cmAuthor id="29" name="刘 文波" initials="刘" lastIdx="2" clrIdx="12"/>
  <p:cmAuthor id="30" name="裴 校" initials="裴" lastIdx="1" clrIdx="34"/>
  <p:cmAuthor id="31" name="李忆" initials="李" lastIdx="1" clrIdx="30"/>
  <p:cmAuthor id="32" name="盛纵运营小组" initials="Office [32]" lastIdx="1" clrIdx="0"/>
  <p:cmAuthor id="33" name="amber" initials="a" lastIdx="1" clrIdx="32"/>
  <p:cmAuthor id="35" name="俞寅达" initials="俞" lastIdx="10" clrIdx="0"/>
  <p:cmAuthor id="667311465" name="彼得" initials="彼" lastIdx="1" clrIdx="38"/>
  <p:cmAuthor id="1483810881" name="WPS_1679281038" initials="W" lastIdx="1" clrIdx="2"/>
  <p:cmAuthor id="265172973" name="王旭" initials="王" lastIdx="1" clrIdx="40"/>
  <p:cmAuthor id="12" name="cai jing" initials="" lastIdx="1" clrIdx="12"/>
  <p:cmAuthor id="76" name="邹明武 邹明武" initials="邹明武" lastIdx="1" clrIdx="25"/>
  <p:cmAuthor id="636542860" name="CHU" initials="C" lastIdx="1" clrIdx="12"/>
  <p:cmAuthor id="495274648" name="二分之一的比例" initials="二" lastIdx="1" clrIdx="1"/>
  <p:cmAuthor id="44" name="未知的使用者134" initials="未知的使用者134" lastIdx="0" clrIdx="43"/>
  <p:cmAuthor id="45" name="Johnny Hsieh" initials="J" lastIdx="0" clrIdx="44"/>
  <p:cmAuthor id="46" name="未知用户6" initials="未" lastIdx="0" clrIdx="45"/>
  <p:cmAuthor id="47" name="rita" initials="r" lastIdx="0" clrIdx="46"/>
  <p:cmAuthor id="48" name="Cindy-NB" initials="C" lastIdx="0" clrIdx="47"/>
  <p:cmAuthor id="49" name="Louis Lu" initials="L" lastIdx="0" clrIdx="48"/>
  <p:cmAuthor id="50" name="未知用户4" initials="未" lastIdx="0" clrIdx="49"/>
  <p:cmAuthor id="51" name="Kevin Hu" initials="K" lastIdx="0" clrIdx="50"/>
  <p:cmAuthor id="52" name="Neno Loje" initials="N" lastIdx="0" clrIdx="51"/>
  <p:cmAuthor id="53" name="Unknown User1" initials="U" lastIdx="0" clrIdx="52"/>
  <p:cmAuthor id="54" name="刘辉" initials="刘" lastIdx="0" clrIdx="53"/>
  <p:cmAuthor id="55" name="elfinhsu" initials="e" lastIdx="0" clrIdx="54"/>
  <p:cmAuthor id="56" name="未知用户1" initials="未" lastIdx="0" clrIdx="55"/>
  <p:cmAuthor id="57" name="未知的使用者4" initials="未" lastIdx="0" clrIdx="56"/>
  <p:cmAuthor id="58" name="未知的使用者2" initials="未" lastIdx="0" clrIdx="57"/>
  <p:cmAuthor id="59" name="未知的使用者10" initials="未" lastIdx="0" clrIdx="58"/>
  <p:cmAuthor id="60" name="未知的使用者7" initials="未" lastIdx="0" clrIdx="59"/>
  <p:cmAuthor id="61" name="未知用户8" initials="未" lastIdx="0" clrIdx="60"/>
  <p:cmAuthor id="62" name="微软用户" initials="微" lastIdx="0" clrIdx="61"/>
  <p:cmAuthor id="63" name="未知的使用者6" initials="未" lastIdx="0" clrIdx="62"/>
  <p:cmAuthor id="64" name="August" initials="A" lastIdx="0" clrIdx="63"/>
  <p:cmAuthor id="65" name="未知用户343" initials="未" lastIdx="0" clrIdx="64"/>
  <p:cmAuthor id="66" name="未知的使用者19" initials="未" lastIdx="0" clrIdx="65"/>
  <p:cmAuthor id="67" name="未知的使用者20" initials="未" lastIdx="0" clrIdx="66"/>
  <p:cmAuthor id="68" name="未知的使用者21" initials="未" lastIdx="0" clrIdx="67"/>
  <p:cmAuthor id="69" name="未知的使用者5" initials="未知的使用者5" lastIdx="0" clrIdx="68"/>
  <p:cmAuthor id="70" name="未知的使用者17" initials="未" lastIdx="0" clrIdx="69"/>
  <p:cmAuthor id="71" name="RS001" initials="R" lastIdx="0" clrIdx="70"/>
  <p:cmAuthor id="72" name="未知的使用者18" initials="未" lastIdx="0" clrIdx="71"/>
  <p:cmAuthor id="73" name="zhangmh@httz.cc" initials="z" lastIdx="0" clrIdx="72"/>
  <p:cmAuthor id="74" name="未知的使用者15" initials="未" lastIdx="0" clrIdx="73"/>
  <p:cmAuthor id="75" name="汉录 张" initials="汉张" lastIdx="0" clrIdx="74"/>
  <p:cmAuthor id="77" name="侯舒元" initials="侯" lastIdx="0" clrIdx="76"/>
  <p:cmAuthor id="78" name="Wenwen" initials="W" lastIdx="0" clrIdx="77"/>
  <p:cmAuthor id="79" name="zhouhao" initials="z" lastIdx="0" clrIdx="78"/>
  <p:cmAuthor id="80" name="vicki" initials="v" lastIdx="0" clrIdx="79"/>
  <p:cmAuthor id="81" name="未知的使用者100" initials="未" lastIdx="0" clrIdx="80"/>
  <p:cmAuthor id="82" name="yjashley" initials="y" lastIdx="0" clrIdx="81"/>
  <p:cmAuthor id="83" name="guocc" initials="g" lastIdx="0" clrIdx="82"/>
  <p:cmAuthor id="84" name="Sheen Dong" initials="S" lastIdx="0" clrIdx="83"/>
  <p:cmAuthor id="85" name="未知用户39" initials="未" lastIdx="0" clrIdx="84"/>
  <p:cmAuthor id="86" name="Admin" initials="A" lastIdx="0" clrIdx="85"/>
  <p:cmAuthor id="87" name="庆芳 许" initials="庆芳" lastIdx="0" clrIdx="86"/>
  <p:cmAuthor id="88" name="梅芬 吳" initials="梅芬" lastIdx="0" clrIdx="87"/>
  <p:cmAuthor id="89" name="hu yan" initials="hy" lastIdx="0" clrIdx="88"/>
  <p:cmAuthor id="90" name="未知的使用者135" initials="" lastIdx="0" clrIdx="89"/>
  <p:cmAuthor id="91" name="49554261@qq.com" initials="" lastIdx="0" clrIdx="90"/>
  <p:cmAuthor id="92" name="噫呜呜噫" initials="噫" lastIdx="0" clrIdx="91"/>
  <p:cmAuthor id="93" name="未知用户164" initials="未" lastIdx="0" clrIdx="92"/>
  <p:cmAuthor id="94" name="未知的使用者11" initials="未" lastIdx="0" clrIdx="93"/>
  <p:cmAuthor id="95" name="未知用户182" initials="未" lastIdx="0" clrIdx="94"/>
  <p:cmAuthor id="96" name="Unknown User7" initials="U" lastIdx="0" clrIdx="95"/>
  <p:cmAuthor id="97" name="JaSsmiNeYY" initials="J" lastIdx="0" clrIdx="96"/>
  <p:cmAuthor id="98" name="未知用户204" initials="未" lastIdx="0" clrIdx="97"/>
  <p:cmAuthor id="99" name="Unknown User8" initials="U" lastIdx="0" clrIdx="98"/>
  <p:cmAuthor id="100" name="未知用户205" initials="未" lastIdx="0" clrIdx="99"/>
  <p:cmAuthor id="101" name="未知的使用者8" initials="未" lastIdx="0" clrIdx="100"/>
  <p:cmAuthor id="102" name="任OK " initials="任" lastIdx="0" clrIdx="101"/>
  <p:cmAuthor id="103" name="未知的使用者161" initials="未" lastIdx="0" clrIdx="102"/>
  <p:cmAuthor id="104" name="未知的使用者51" initials="未" lastIdx="0" clrIdx="103"/>
  <p:cmAuthor id="105" name="未知的使用者162" initials="未" lastIdx="0" clrIdx="104"/>
  <p:cmAuthor id="106" name="未知的使用者53" initials="未" lastIdx="0" clrIdx="105"/>
  <p:cmAuthor id="107" name="未知的使用者148" initials="未" lastIdx="0" clrIdx="106"/>
  <p:cmAuthor id="108" name="未知的使用者46" initials="未" lastIdx="0" clrIdx="107"/>
  <p:cmAuthor id="109" name="未知的使用者198" initials="未" lastIdx="0" clrIdx="108"/>
  <p:cmAuthor id="110" name="未知用户2" initials="未" lastIdx="0" clrIdx="109"/>
  <p:cmAuthor id="111" name="未知用户202" initials="未" lastIdx="0" clrIdx="110"/>
  <p:cmAuthor id="112" name="未知的使用者24" initials="未" lastIdx="0" clrIdx="111"/>
  <p:cmAuthor id="113" name="未知的使用者221" initials="" lastIdx="0" clrIdx="112"/>
  <p:cmAuthor id="114" name="未知的使用者25" initials="未" lastIdx="0" clrIdx="113"/>
  <p:cmAuthor id="115" name="朱锐" initials="朱" lastIdx="0" clrIdx="114"/>
  <p:cmAuthor id="116" name="未知的使用者81" initials="未" lastIdx="0" clrIdx="115"/>
  <p:cmAuthor id="117" name="未知的使用者26" initials="未" lastIdx="0" clrIdx="116"/>
  <p:cmAuthor id="118" name="dscAdmin" initials="d" lastIdx="0" clrIdx="117"/>
  <p:cmAuthor id="119" name="未知的使用者27" initials="未" lastIdx="0" clrIdx="118"/>
  <p:cmAuthor id="120" name="Microsoft Office 使用者" initials="M" lastIdx="0" clrIdx="119"/>
  <p:cmAuthor id="121" name="未知的使用者28" initials="未" lastIdx="0" clrIdx="120"/>
  <p:cmAuthor id="122" name="未知用户110" initials="未" lastIdx="0" clrIdx="121"/>
  <p:cmAuthor id="123" name="未知的使用者29" initials="未" lastIdx="0" clrIdx="122"/>
  <p:cmAuthor id="124" name="Jason Wang" initials="J" lastIdx="0" clrIdx="123"/>
  <p:cmAuthor id="125" name="王丽君" initials="王" lastIdx="0" clrIdx="124"/>
  <p:cmAuthor id="126" name="未知用户5" initials="未" lastIdx="0" clrIdx="125"/>
  <p:cmAuthor id="127" name="未知用户255" initials="未" lastIdx="0" clrIdx="126"/>
  <p:cmAuthor id="128" name="未知的使用者9" initials="未" lastIdx="0" clrIdx="127"/>
  <p:cmAuthor id="129" name="未知用户25" initials="未" lastIdx="0" clrIdx="128"/>
  <p:cmAuthor id="130" name="王鹏凯" initials="王" lastIdx="0" clrIdx="129"/>
  <p:cmAuthor id="131" name="未知用户257" initials="未" lastIdx="0" clrIdx="130"/>
  <p:cmAuthor id="132" name="未知的使用者309" initials="未知的使用者309" lastIdx="0" clrIdx="131"/>
  <p:cmAuthor id="133" name="未知用户261" initials="未" lastIdx="0" clrIdx="132"/>
  <p:cmAuthor id="134" name="Saku Uchikawa" initials="S" lastIdx="0" clrIdx="133"/>
  <p:cmAuthor id="135" name="未知用户272" initials="未" lastIdx="0" clrIdx="134"/>
  <p:cmAuthor id="136" name="未知的使用者3" initials="未" lastIdx="0" clrIdx="135"/>
  <p:cmAuthor id="137" name="Kathy" initials="K" lastIdx="0" clrIdx="136"/>
  <p:cmAuthor id="138" name="張秀娟" initials="張" lastIdx="0" clrIdx="137"/>
  <p:cmAuthor id="139" name="淑美 翁" initials="淑" lastIdx="0" clrIdx="138"/>
  <p:cmAuthor id="140" name="未知的使用者34" initials="未" lastIdx="0" clrIdx="139"/>
  <p:cmAuthor id="141" name="未知用户278" initials="未" lastIdx="0" clrIdx="140"/>
  <p:cmAuthor id="142" name="未知的使用者35" initials="未" lastIdx="0" clrIdx="141"/>
  <p:cmAuthor id="143" name="未知用户266" initials="未" lastIdx="0" clrIdx="142"/>
  <p:cmAuthor id="144" name="未知的使用者30" initials="未" lastIdx="0" clrIdx="143"/>
  <p:cmAuthor id="145" name="Unknown User77" initials="U" lastIdx="0" clrIdx="144"/>
  <p:cmAuthor id="146" name="未知的使用者31" initials="未" lastIdx="0" clrIdx="145"/>
  <p:cmAuthor id="147" name="Alpha" initials="α" lastIdx="0" clrIdx="146"/>
  <p:cmAuthor id="148" name="未知的使用者32" initials="未" lastIdx="0" clrIdx="147"/>
  <p:cmAuthor id="149" name="未知用户294" initials="未" lastIdx="0" clrIdx="148"/>
  <p:cmAuthor id="150" name="未知的使用者22" initials="未" lastIdx="0" clrIdx="149"/>
  <p:cmAuthor id="151" name="未知用户307" initials="未" lastIdx="0" clrIdx="150"/>
  <p:cmAuthor id="152" name="未知的使用者23" initials="未" lastIdx="0" clrIdx="151"/>
  <p:cmAuthor id="153" name="未知用户308" initials="未" lastIdx="0" clrIdx="152"/>
  <p:cmAuthor id="154" name="LeeElva" initials="L" lastIdx="0" clrIdx="153"/>
  <p:cmAuthor id="155" name="未知用户313" initials="未" lastIdx="0" clrIdx="154"/>
  <p:cmAuthor id="156" name="ibm" initials="i" lastIdx="0" clrIdx="155"/>
  <p:cmAuthor id="157" name="Billy_LEE" initials="B" lastIdx="0" clrIdx="156"/>
  <p:cmAuthor id="158" name="未知用户66" initials="未" lastIdx="0" clrIdx="157"/>
  <p:cmAuthor id="159" name="孙立东" initials="孙" lastIdx="0" clrIdx="158"/>
  <p:cmAuthor id="160" name="未知用户67" initials="未" lastIdx="0" clrIdx="159"/>
  <p:cmAuthor id="161" name="Kent" initials="K" lastIdx="0" clrIdx="160"/>
  <p:cmAuthor id="162" name="未知用户62" initials="未" lastIdx="0" clrIdx="161"/>
  <p:cmAuthor id="163" name="未知用户210" initials="未" lastIdx="0" clrIdx="162"/>
  <p:cmAuthor id="164" name="P00035_jeremy" initials="P" lastIdx="0" clrIdx="163"/>
  <p:cmAuthor id="165" name="dcis" initials="d" lastIdx="0" clrIdx="164"/>
  <p:cmAuthor id="166" name="朱晓瑜" initials="朱" lastIdx="0" clrIdx="165"/>
  <p:cmAuthor id="167" name="未知用户193" initials="未" lastIdx="0" clrIdx="166"/>
  <p:cmAuthor id="168" name="djj" initials="d" lastIdx="0" clrIdx="167"/>
  <p:cmAuthor id="169" name="zhuzy" initials="z" lastIdx="0" clrIdx="168"/>
  <p:cmAuthor id="170" name="lianghb" initials="l" lastIdx="0" clrIdx="169"/>
  <p:cmAuthor id="171" name="未知用户165" initials="未知用户165" lastIdx="0" clrIdx="170"/>
  <p:cmAuthor id="172" name="linyd" initials="l" lastIdx="0" clrIdx="171"/>
  <p:cmAuthor id="173" name="未知用户248" initials="未" lastIdx="0" clrIdx="172"/>
  <p:cmAuthor id="174" name="muzi wei" initials="m" lastIdx="0" clrIdx="173"/>
  <p:cmAuthor id="175" name="未知的使用者201" initials="未" lastIdx="0" clrIdx="174"/>
  <p:cmAuthor id="176" name="Windows 用户" initials="W" lastIdx="0" clrIdx="175"/>
  <p:cmAuthor id="177" name="未知用户486" initials="未" lastIdx="0" clrIdx="176"/>
  <p:cmAuthor id="178" name="未知用户56" initials="未" lastIdx="0" clrIdx="177"/>
  <p:cmAuthor id="179" name="WANGZF" initials="W" lastIdx="0" clrIdx="178"/>
  <p:cmAuthor id="180" name="未知用户55" initials="未" lastIdx="0" clrIdx="179"/>
  <p:cmAuthor id="181" name="cui gang" initials="cg" lastIdx="0" clrIdx="180"/>
  <p:cmAuthor id="182" name="未知用户51" initials="未" lastIdx="0" clrIdx="181"/>
  <p:cmAuthor id="183" name="张青山" initials="张青山" lastIdx="0" clrIdx="182"/>
  <p:cmAuthor id="184" name="未知的使用者16" initials="未" lastIdx="0" clrIdx="183"/>
  <p:cmAuthor id="185" name="家伟 霍" initials="家霍" lastIdx="0" clrIdx="184"/>
  <p:cmAuthor id="186" name="Shawna Strickland" initials="S" lastIdx="0" clrIdx="185"/>
  <p:cmAuthor id="187" name="未知的使用者194" initials="未" lastIdx="0" clrIdx="186"/>
  <p:cmAuthor id="188" name="Ashley Eberenz" initials="A" lastIdx="0" clrIdx="187"/>
  <p:cmAuthor id="189" name="未知的使用者171" initials="未" lastIdx="0" clrIdx="188"/>
  <p:cmAuthor id="190" name="Mary Feil-Jacobs" initials="M" lastIdx="0" clrIdx="189"/>
  <p:cmAuthor id="191" name="未知用户178" initials="未" lastIdx="0" clrIdx="190"/>
  <p:cmAuthor id="192" name="未知用户81" initials="未" lastIdx="0" clrIdx="191"/>
  <p:cmAuthor id="193" name="翁淑美" initials="翁" lastIdx="0" clrIdx="192"/>
  <p:cmAuthor id="194" name="未知用户82" initials="未" lastIdx="0" clrIdx="193"/>
  <p:cmAuthor id="195" name="未知用户87" initials="未" lastIdx="0" clrIdx="194"/>
  <p:cmAuthor id="196" name="未知用户83" initials="未" lastIdx="0" clrIdx="195"/>
  <p:cmAuthor id="197" name="WorldTest" initials="W" lastIdx="0" clrIdx="196"/>
  <p:cmAuthor id="198" name="未知的使用者67" initials="未" lastIdx="0" clrIdx="197"/>
  <p:cmAuthor id="199" name="未知用户262" initials="未" lastIdx="0" clrIdx="198"/>
  <p:cmAuthor id="200" name="未知的使用者68" initials="未" lastIdx="0" clrIdx="199"/>
  <p:cmAuthor id="201" name="未知用户387" initials="未" lastIdx="0" clrIdx="200"/>
  <p:cmAuthor id="202" name="未知的使用者69" initials="未" lastIdx="0" clrIdx="201"/>
  <p:cmAuthor id="203" name="wxd" initials="w" lastIdx="0" clrIdx="202"/>
  <p:cmAuthor id="204" name="未知的使用者56" initials="未" lastIdx="0" clrIdx="203"/>
  <p:cmAuthor id="205" name="Sieber, Dorothea" initials="SD" lastIdx="0" clrIdx="204"/>
  <p:cmAuthor id="206" name="未知的使用者55" initials="未" lastIdx="0" clrIdx="205"/>
  <p:cmAuthor id="207" name="王 玉珠" initials="王" lastIdx="0" clrIdx="206"/>
  <p:cmAuthor id="208" name="未知的使用者52" initials="未" lastIdx="0" clrIdx="207"/>
  <p:cmAuthor id="209" name="康瑞霖" initials="康瑞霖" lastIdx="0" clrIdx="208"/>
  <p:cmAuthor id="210" name="未知的使用者72" initials="未" lastIdx="0" clrIdx="209"/>
  <p:cmAuthor id="211" name="ANDREW" initials="A" lastIdx="0" clrIdx="210"/>
  <p:cmAuthor id="212" name="未知的使用者74" initials="未" lastIdx="0" clrIdx="211"/>
  <p:cmAuthor id="213" name="Chris French" initials="C" lastIdx="0" clrIdx="212"/>
  <p:cmAuthor id="214" name="未知的使用者71" initials="未" lastIdx="0" clrIdx="213"/>
  <p:cmAuthor id="215" name="Raman Sharma" initials="R" lastIdx="0" clrIdx="214"/>
  <p:cmAuthor id="216" name="P1063cindychen" initials="P" lastIdx="0" clrIdx="215"/>
  <p:cmAuthor id="217" name="仕祥 陳" initials="仕祥" lastIdx="0" clrIdx="216"/>
  <p:cmAuthor id="218" name="Daniel Wuu" initials="D" lastIdx="0" clrIdx="217"/>
  <p:cmAuthor id="219" name="Lenovo" initials="L" lastIdx="0" clrIdx="218"/>
  <p:cmAuthor id="220" name="px" initials="p" lastIdx="0" clrIdx="219"/>
  <p:cmAuthor id="221" name="未知用户219" initials="未" lastIdx="0" clrIdx="220"/>
  <p:cmAuthor id="222" name="LiuHui" initials="L" lastIdx="0" clrIdx="221"/>
  <p:cmAuthor id="223" name="未知用户200" initials="未" lastIdx="0" clrIdx="222"/>
  <p:cmAuthor id="224" name="AbuSina" initials="A" lastIdx="0" clrIdx="223"/>
  <p:cmAuthor id="225" name="88695" initials="" lastIdx="0" clrIdx="224"/>
  <p:cmAuthor id="226" name="Sky123.Org" initials="S" lastIdx="0" clrIdx="225"/>
  <p:cmAuthor id="227" name="黎辉鹏" initials="黎" lastIdx="0" clrIdx="226"/>
  <p:cmAuthor id="228" name="周元元" initials="周" lastIdx="0" clrIdx="227"/>
  <p:cmAuthor id="229" name="曹 朝辉" initials="曹" lastIdx="0" clrIdx="228"/>
  <p:cmAuthor id="230" name="范志贤" initials="范" lastIdx="0" clrIdx="229"/>
  <p:cmAuthor id="231" name="雨辰 周" initials="雨周" lastIdx="0" clrIdx="230"/>
  <p:cmAuthor id="232" name="YUMINGNJ" initials="Y" lastIdx="0" clrIdx="231"/>
  <p:cmAuthor id="233" name="谢鹏" initials="谢" lastIdx="0" clrIdx="232"/>
  <p:cmAuthor id="234" name="daphne" initials="d" lastIdx="0" clrIdx="233"/>
  <p:cmAuthor id="235" name="谢学斌" initials="谢" lastIdx="0" clrIdx="234"/>
  <p:cmAuthor id="236" name="qiantong" initials="q" lastIdx="0" clrIdx="235"/>
  <p:cmAuthor id="237" name="jialuo" initials="j" lastIdx="0" clrIdx="236"/>
  <p:cmAuthor id="238" name="116304" initials="1" lastIdx="0" clrIdx="237"/>
  <p:cmAuthor id="239" name="jonny" initials="j" lastIdx="0" clrIdx="238"/>
  <p:cmAuthor id="240" name="未知的使用者13" initials="未" lastIdx="0" clrIdx="239"/>
  <p:cmAuthor id="241" name="刘佳" initials="刘" lastIdx="0" clrIdx="240"/>
  <p:cmAuthor id="242" name="未知的使用者14" initials="未" lastIdx="0" clrIdx="241"/>
  <p:cmAuthor id="243" name="袁丽" initials="袁" lastIdx="0" clrIdx="242"/>
  <p:cmAuthor id="244" name="廖麗華" initials="廖" lastIdx="0" clrIdx="243"/>
  <p:cmAuthor id="245" name="黄柱帮" initials="黄" lastIdx="0" clrIdx="244"/>
  <p:cmAuthor id="246" name="未知的使用者12" initials="未" lastIdx="0" clrIdx="245"/>
  <p:cmAuthor id="247" name="葛孟雨10344457" initials="葛孟雨10344457" lastIdx="0" clrIdx="246"/>
  <p:cmAuthor id="248" name="qihua-DCMS" initials="q" lastIdx="0" clrIdx="247"/>
  <p:cmAuthor id="249" name="殷 凯" initials="凯殷" lastIdx="0" clrIdx="248"/>
  <p:cmAuthor id="250" name="yuanzh" initials="y" lastIdx="0" clrIdx="249"/>
  <p:cmAuthor id="251" name="zhangccz" initials="z" lastIdx="0" clrIdx="250"/>
  <p:cmAuthor id="252" name="曾红" initials="曾" lastIdx="0" clrIdx="251"/>
  <p:cmAuthor id="253" name="杨杨" initials="杨" lastIdx="0" clrIdx="252"/>
  <p:cmAuthor id="254" name="邱思基" initials="1" lastIdx="0" clrIdx="253"/>
  <p:cmAuthor id="255" name="陈晨" initials="陈" lastIdx="0" clrIdx="254"/>
  <p:cmAuthor id="256" name="张海棋" initials="张" lastIdx="0" clrIdx="255"/>
  <p:cmAuthor id="257" name="Lemon    Tree" initials="L" lastIdx="0" clrIdx="256"/>
  <p:cmAuthor id="258" name="mm" initials="m" lastIdx="0" clrIdx="257"/>
  <p:cmAuthor id="259" name="liupeng" initials="l" lastIdx="0" clrIdx="258"/>
  <p:cmAuthor id="260" name="张记住" initials="张" lastIdx="0" clrIdx="259"/>
  <p:cmAuthor id="261" name="周宏達JerryChou" initials="周" lastIdx="0" clrIdx="260"/>
  <p:cmAuthor id="262" name="liu yuhang" initials="ly" lastIdx="0" clrIdx="261"/>
  <p:cmAuthor id="263" name="luxu" initials="l" lastIdx="0" clrIdx="262"/>
  <p:cmAuthor id="264" name="Stacy Chiang" initials="S" lastIdx="0" clrIdx="263"/>
  <p:cmAuthor id="265" name="hl sun" initials="h" lastIdx="0" clrIdx="264"/>
  <p:cmAuthor id="266" name="王 爽" initials="王" lastIdx="0" clrIdx="265"/>
  <p:cmAuthor id="267" name="不明使用者20" initials="不" lastIdx="0" clrIdx="266"/>
  <p:cmAuthor id="268" name="18937034561@189.cn" initials="1" lastIdx="0" clrIdx="267"/>
  <p:cmAuthor id="269" name="不明使用者21" initials="不" lastIdx="0" clrIdx="268"/>
  <p:cmAuthor id="270" name="李金金" initials="李金金" lastIdx="0" clrIdx="269"/>
  <p:cmAuthor id="271" name="不明使用者18" initials="不" lastIdx="0" clrIdx="270"/>
  <p:cmAuthor id="272" name="Grassl, Thomas" initials="GT [3]" lastIdx="0" clrIdx="271"/>
  <p:cmAuthor id="273" name="不明使用者19" initials="不" lastIdx="0" clrIdx="272"/>
  <p:cmAuthor id="274" name="Cao, Jordan" initials="CJ" lastIdx="0" clrIdx="273"/>
  <p:cmAuthor id="275" name="yuexuejun" initials="y" lastIdx="0" clrIdx="274"/>
  <p:cmAuthor id="276" name="Jin, Jon" initials="JJ" lastIdx="0" clrIdx="275"/>
  <p:cmAuthor id="277" name="未知的使用者76" initials="未" lastIdx="0" clrIdx="276"/>
  <p:cmAuthor id="278" name="Leibbrandt, Rudi" initials="RML" lastIdx="0" clrIdx="277"/>
  <p:cmAuthor id="279" name="未知的使用者70" initials="未" lastIdx="0" clrIdx="278"/>
  <p:cmAuthor id="280" name="Lo, Abiygail" initials="LA" lastIdx="0" clrIdx="279"/>
  <p:cmAuthor id="281" name="未知的使用者73" initials="未" lastIdx="0" clrIdx="280"/>
  <p:cmAuthor id="282" name="未知用户57" initials="未" lastIdx="0" clrIdx="281"/>
  <p:cmAuthor id="283" name="未知用户58" initials="未" lastIdx="0" clrIdx="282"/>
  <p:cmAuthor id="284" name="未知用户59" initials="未" lastIdx="0" clrIdx="283"/>
  <p:cmAuthor id="285" name="Christina" initials="C" lastIdx="0" clrIdx="284"/>
  <p:cmAuthor id="286" name="jet" initials="j" lastIdx="0" clrIdx="285"/>
  <p:cmAuthor id="287" name="miniheya穆" initials="m" lastIdx="0" clrIdx="286"/>
  <p:cmAuthor id="288" name="未知用户103" initials="未" lastIdx="0" clrIdx="287"/>
  <p:cmAuthor id="289" name="未知用户104" initials="未" lastIdx="0" clrIdx="288"/>
  <p:cmAuthor id="290" name="未知用户102" initials="未" lastIdx="0" clrIdx="289"/>
  <p:cmAuthor id="291" name="未知用户99" initials="未" lastIdx="0" clrIdx="290"/>
  <p:cmAuthor id="292" name="未知的使用者95" initials="未" lastIdx="0" clrIdx="291"/>
  <p:cmAuthor id="293" name="未知的使用者92" initials="未" lastIdx="0" clrIdx="292"/>
  <p:cmAuthor id="294" name="未知的使用者93" initials="未" lastIdx="0" clrIdx="293"/>
  <p:cmAuthor id="295" name="未知的使用者94" initials="未" lastIdx="0" clrIdx="294"/>
  <p:cmAuthor id="296" name="未知的使用者119" initials="未" lastIdx="0" clrIdx="295"/>
  <p:cmAuthor id="297" name="未知的使用者120" initials="未" lastIdx="0" clrIdx="296"/>
  <p:cmAuthor id="298" name="未知的使用者121" initials="未" lastIdx="0" clrIdx="297"/>
  <p:cmAuthor id="299" name="未知的使用者111" initials="未" lastIdx="0" clrIdx="298"/>
  <p:cmAuthor id="300" name="未知用户114" initials="未" lastIdx="0" clrIdx="299"/>
  <p:cmAuthor id="301" name="未知用户115" initials="未" lastIdx="0" clrIdx="300"/>
  <p:cmAuthor id="302" name="未知用户116" initials="未" lastIdx="0" clrIdx="301"/>
  <p:cmAuthor id="303" name="未知用户117" initials="未" lastIdx="0" clrIdx="302"/>
  <p:cmAuthor id="304" name="未知用户61" initials="未" lastIdx="0" clrIdx="303"/>
  <p:cmAuthor id="305" name="未知用户60" initials="未" lastIdx="0" clrIdx="304"/>
  <p:cmAuthor id="306" name="未知用户123" initials="未" lastIdx="0" clrIdx="305"/>
  <p:cmAuthor id="307" name="未知用户124" initials="未" lastIdx="0" clrIdx="306"/>
  <p:cmAuthor id="308" name="未知用户125" initials="未" lastIdx="0" clrIdx="307"/>
  <p:cmAuthor id="309" name="未知用户126" initials="未" lastIdx="0" clrIdx="308"/>
  <p:cmAuthor id="310" name="未知用户63" initials="未" lastIdx="0" clrIdx="309"/>
  <p:cmAuthor id="311" name="未知用户84" initials="未" lastIdx="0" clrIdx="310"/>
  <p:cmAuthor id="312" name="未知用户105" initials="未" lastIdx="0" clrIdx="311"/>
  <p:cmAuthor id="313" name="未知用户106" initials="未" lastIdx="0" clrIdx="312"/>
  <p:cmAuthor id="314" name="韩雨" initials="韩" lastIdx="0" clrIdx="313"/>
  <p:cmAuthor id="315" name="未知用户107" initials="未" lastIdx="0" clrIdx="314"/>
  <p:cmAuthor id="316" name="未知用户108" initials="未" lastIdx="0" clrIdx="315"/>
  <p:cmAuthor id="317" name="Unknown User69" initials="U" lastIdx="0" clrIdx="316"/>
  <p:cmAuthor id="318" name="未知用户186" initials="未" lastIdx="0" clrIdx="317"/>
  <p:cmAuthor id="319" name="thomas" initials="t" lastIdx="0" clrIdx="318"/>
  <p:cmAuthor id="320" name="唐可欣" initials="唐" lastIdx="0" clrIdx="319"/>
  <p:cmAuthor id="321" name="未知的使用者33" initials="未" lastIdx="0" clrIdx="320"/>
  <p:cmAuthor id="322" name="Ted Su" initials="T" lastIdx="0" clrIdx="321"/>
  <p:cmAuthor id="323" name="未知的使用者110" initials="未" lastIdx="0" clrIdx="322"/>
  <p:cmAuthor id="324" name="未知的使用者223" initials="未" lastIdx="0" clrIdx="323"/>
  <p:cmAuthor id="325" name="未知用户85" initials="未" lastIdx="0" clrIdx="324"/>
  <p:cmAuthor id="326" name="R affer" initials="R" lastIdx="0" clrIdx="325"/>
  <p:cmAuthor id="327" name="未知用户86" initials="未" lastIdx="0" clrIdx="326"/>
  <p:cmAuthor id="328" name="未知用户129" initials="未" lastIdx="0" clrIdx="327"/>
  <p:cmAuthor id="329" name="未知用户127" initials="未" lastIdx="0" clrIdx="328"/>
  <p:cmAuthor id="330" name="未知用户128" initials="未" lastIdx="0" clrIdx="329"/>
  <p:cmAuthor id="331" name="shinin" initials="s" lastIdx="0" clrIdx="330"/>
  <p:cmAuthor id="332" name="未知用户109" initials="未" lastIdx="0" clrIdx="331"/>
  <p:cmAuthor id="333" name="未知的使用者41" initials="未" lastIdx="0" clrIdx="332"/>
  <p:cmAuthor id="334" name="Unknown User28" initials="U" lastIdx="0" clrIdx="333"/>
  <p:cmAuthor id="335" name="Unknown User117" initials="U" lastIdx="0" clrIdx="334"/>
  <p:cmAuthor id="336" name="Unknown User63" initials="U" lastIdx="0" clrIdx="335"/>
  <p:cmAuthor id="337" name="Unknown User115" initials="U" lastIdx="0" clrIdx="336"/>
  <p:cmAuthor id="338" name="Unknown User116" initials="U" lastIdx="0" clrIdx="337"/>
  <p:cmAuthor id="339" name="Unknown User65" initials="U" lastIdx="0" clrIdx="338"/>
  <p:cmAuthor id="340" name="Unknown User66" initials="U" lastIdx="0" clrIdx="339"/>
  <p:cmAuthor id="341" name="Unknown User67" initials="U" lastIdx="0" clrIdx="340"/>
  <p:cmAuthor id="342" name="未知的使用者156" initials="未" lastIdx="0" clrIdx="341"/>
  <p:cmAuthor id="343" name="未知的使用者138" initials="未" lastIdx="0" clrIdx="342"/>
  <p:cmAuthor id="344" name="Unknown User70" initials="U" lastIdx="0" clrIdx="343"/>
  <p:cmAuthor id="345" name="未知的使用者112" initials="未" lastIdx="0" clrIdx="344"/>
  <p:cmAuthor id="346" name="未知的使用者113" initials="未" lastIdx="0" clrIdx="345"/>
  <p:cmAuthor id="347" name="未知的使用者117" initials="未" lastIdx="0" clrIdx="346"/>
  <p:cmAuthor id="348" name="未知的使用者118" initials="未" lastIdx="0" clrIdx="347"/>
  <p:cmAuthor id="349" name="未知的使用者115" initials="未" lastIdx="0" clrIdx="348"/>
  <p:cmAuthor id="350" name="clinchen" initials="c" lastIdx="0" clrIdx="349"/>
  <p:cmAuthor id="351" name="Unknown User68" initials="U" lastIdx="0" clrIdx="350"/>
  <p:cmAuthor id="352" name="hanjuncompany" initials="h" lastIdx="0" clrIdx="351"/>
  <p:cmAuthor id="353" name="未知用户3" initials="未" lastIdx="0" clrIdx="352"/>
  <p:cmAuthor id="354" name="kathy chen" initials="k" lastIdx="0" clrIdx="353"/>
  <p:cmAuthor id="355" name="未知的使用者63" initials="未" lastIdx="0" clrIdx="354"/>
  <p:cmAuthor id="356" name="未知的使用者64" initials="未" lastIdx="0" clrIdx="355"/>
  <p:cmAuthor id="357" name="未知的使用者48" initials="未" lastIdx="0" clrIdx="356"/>
  <p:cmAuthor id="358" name="未知的使用者47" initials="未" lastIdx="0" clrIdx="357"/>
  <p:cmAuthor id="359" name="未知的使用者49" initials="未" lastIdx="0" clrIdx="358"/>
  <p:cmAuthor id="360" name="未知的使用者60" initials="未" lastIdx="0" clrIdx="359"/>
  <p:cmAuthor id="361" name="未知的使用者59" initials="未" lastIdx="0" clrIdx="360"/>
  <p:cmAuthor id="362" name="未知的使用者57" initials="未" lastIdx="0" clrIdx="361"/>
  <p:cmAuthor id="363" name="未知的使用者54" initials="未" lastIdx="0" clrIdx="362"/>
  <p:cmAuthor id="364" name="未知的使用者66" initials="未" lastIdx="0" clrIdx="363"/>
  <p:cmAuthor id="365" name="未知的使用者65" initials="未" lastIdx="0" clrIdx="364"/>
  <p:cmAuthor id="366" name="maxine" initials="m" lastIdx="0" clrIdx="365"/>
  <p:cmAuthor id="367" name="未知的使用者43" initials="未" lastIdx="0" clrIdx="366"/>
  <p:cmAuthor id="368" name="未知的使用者40" initials="未" lastIdx="0" clrIdx="367"/>
  <p:cmAuthor id="369" name="未知的使用者105" initials="未" lastIdx="0" clrIdx="368"/>
  <p:cmAuthor id="370" name="未知的使用者106" initials="未" lastIdx="0" clrIdx="369"/>
  <p:cmAuthor id="371" name="未知的使用者107" initials="未" lastIdx="0" clrIdx="370"/>
  <p:cmAuthor id="372" name="未知的使用者108" initials="未" lastIdx="0" clrIdx="371"/>
  <p:cmAuthor id="373" name="未知的使用者86" initials="未" lastIdx="0" clrIdx="372"/>
  <p:cmAuthor id="374" name="未知的使用者103" initials="未" lastIdx="0" clrIdx="373"/>
  <p:cmAuthor id="375" name="未知的使用者104" initials="未" lastIdx="0" clrIdx="374"/>
  <p:cmAuthor id="376" name="未知的使用者98" initials="未" lastIdx="0" clrIdx="375"/>
  <p:cmAuthor id="377" name="未知的使用者116" initials="未" lastIdx="0" clrIdx="376"/>
  <p:cmAuthor id="378" name="未知的使用者42" initials="未" lastIdx="0" clrIdx="377"/>
  <p:cmAuthor id="379" name="未知的使用者44" initials="未" lastIdx="0" clrIdx="378"/>
  <p:cmAuthor id="380" name="未知的使用者36" initials="未" lastIdx="0" clrIdx="379"/>
  <p:cmAuthor id="381" name="未知的使用者37" initials="未" lastIdx="0" clrIdx="380"/>
  <p:cmAuthor id="382" name="蒲公英" initials="蒲" lastIdx="0" clrIdx="381"/>
  <p:cmAuthor id="383" name="未知的使用者38" initials="未" lastIdx="0" clrIdx="382"/>
  <p:cmAuthor id="384" name="未知的使用者45" initials="未" lastIdx="0" clrIdx="383"/>
  <p:cmAuthor id="385" name="未知的使用者126" initials="未" lastIdx="0" clrIdx="384"/>
  <p:cmAuthor id="386" name="未知的使用者127" initials="未" lastIdx="0" clrIdx="385"/>
  <p:cmAuthor id="387" name="未知的使用者128" initials="未" lastIdx="0" clrIdx="386"/>
  <p:cmAuthor id="388" name="陈向上" initials="陈" lastIdx="0" clrIdx="387"/>
  <p:cmAuthor id="389" name="未知的使用者124" initials="未" lastIdx="0" clrIdx="388"/>
  <p:cmAuthor id="390" name="未知的使用者125" initials="未" lastIdx="0" clrIdx="389"/>
  <p:cmAuthor id="391" name="Sara Chen" initials="S" lastIdx="0" clrIdx="390"/>
  <p:cmAuthor id="392" name="huang gerrard" initials="h" lastIdx="0" clrIdx="391"/>
  <p:cmAuthor id="393" name="未知用户170" initials="未" lastIdx="0" clrIdx="392"/>
  <p:cmAuthor id="394" name="未知用户171" initials="未" lastIdx="0" clrIdx="393"/>
  <p:cmAuthor id="395" name="未知用户172" initials="未" lastIdx="0" clrIdx="394"/>
  <p:cmAuthor id="396" name="未知用户173" initials="未" lastIdx="0" clrIdx="395"/>
  <p:cmAuthor id="397" name="未知用户149" initials="未" lastIdx="0" clrIdx="396"/>
  <p:cmAuthor id="398" name="未知用户150" initials="未" lastIdx="0" clrIdx="397"/>
  <p:cmAuthor id="399" name="未知用户151" initials="未" lastIdx="0" clrIdx="398"/>
  <p:cmAuthor id="400" name="未知用户152" initials="未" lastIdx="0" clrIdx="399"/>
  <p:cmAuthor id="401" name="未知用户153" initials="未" lastIdx="0" clrIdx="400"/>
  <p:cmAuthor id="402" name="未知用户154" initials="未" lastIdx="0" clrIdx="401"/>
  <p:cmAuthor id="403" name="未知用户155" initials="未" lastIdx="0" clrIdx="402"/>
  <p:cmAuthor id="404" name="未知用户41" initials="未" lastIdx="0" clrIdx="403"/>
  <p:cmAuthor id="405" name="未知用户44" initials="未" lastIdx="0" clrIdx="404"/>
  <p:cmAuthor id="406" name="未知用户45" initials="未" lastIdx="0" clrIdx="405"/>
  <p:cmAuthor id="407" name="未知用户156" initials="未" lastIdx="0" clrIdx="406"/>
  <p:cmAuthor id="408" name="未知用户64" initials="未" lastIdx="0" clrIdx="407"/>
  <p:cmAuthor id="409" name="未知用户65" initials="未" lastIdx="0" clrIdx="408"/>
  <p:cmAuthor id="410" name="晶晶 " initials="晶" lastIdx="0" clrIdx="409"/>
  <p:cmAuthor id="411" name="未知用户68" initials="未" lastIdx="0" clrIdx="410"/>
  <p:cmAuthor id="412" name="未知用户69" initials="未" lastIdx="0" clrIdx="411"/>
  <p:cmAuthor id="413" name="James" initials="J" lastIdx="0" clrIdx="412"/>
  <p:cmAuthor id="414" name="陈家辉" initials="陈" lastIdx="0" clrIdx="413"/>
  <p:cmAuthor id="415" name="未知用户71" initials="未" lastIdx="0" clrIdx="414"/>
  <p:cmAuthor id="416" name="未知用户72" initials="未" lastIdx="0" clrIdx="415"/>
  <p:cmAuthor id="417" name="未知用户73" initials="未" lastIdx="0" clrIdx="416"/>
  <p:cmAuthor id="418" name="未知用户49" initials="未" lastIdx="0" clrIdx="417"/>
  <p:cmAuthor id="419" name="未知用户50" initials="未" lastIdx="0" clrIdx="418"/>
  <p:cmAuthor id="420" name="未知用户52" initials="未" lastIdx="0" clrIdx="419"/>
  <p:cmAuthor id="421" name="MA15" initials="M" lastIdx="0" clrIdx="420"/>
  <p:cmAuthor id="422" name="未知用户47" initials="未" lastIdx="0" clrIdx="421"/>
  <p:cmAuthor id="423" name="未知用户53" initials="未" lastIdx="0" clrIdx="422"/>
  <p:cmAuthor id="424" name="未知用户96" initials="未" lastIdx="0" clrIdx="423"/>
  <p:cmAuthor id="425" name="未知用户48" initials="未" lastIdx="0" clrIdx="424"/>
  <p:cmAuthor id="426" name="未知用户97" initials="未" lastIdx="0" clrIdx="425"/>
  <p:cmAuthor id="427" name="未知用户40" initials="未" lastIdx="0" clrIdx="426"/>
  <p:cmAuthor id="428" name="未知用户43" initials="未" lastIdx="0" clrIdx="427"/>
  <p:cmAuthor id="429" name="未知用户98" initials="未" lastIdx="0" clrIdx="428"/>
  <p:cmAuthor id="430" name="未知用户100" initials="未" lastIdx="0" clrIdx="429"/>
  <p:cmAuthor id="431" name="未知用户101" initials="未" lastIdx="0" clrIdx="430"/>
  <p:cmAuthor id="432" name="x230" initials="x" lastIdx="0" clrIdx="431"/>
  <p:cmAuthor id="433" name="ChristinaSu" initials="C" lastIdx="0" clrIdx="432"/>
  <p:cmAuthor id="434" name="不明使用者56" initials="不" lastIdx="0" clrIdx="433"/>
  <p:cmAuthor id="435" name="未知用户95" initials="未" lastIdx="0" clrIdx="434"/>
  <p:cmAuthor id="436" name="Evonlin" initials="E" lastIdx="0" clrIdx="435"/>
  <p:cmAuthor id="437" name="未知用户42" initials="未" lastIdx="0" clrIdx="436"/>
  <p:cmAuthor id="438" name="未知的使用者39" initials="未" lastIdx="0" clrIdx="437"/>
  <p:cmAuthor id="439" name="未知的使用者109" initials="未" lastIdx="0" clrIdx="438"/>
  <p:cmAuthor id="440" name="未知的使用者122" initials="未" lastIdx="0" clrIdx="439"/>
  <p:cmAuthor id="441" name="未知的使用者123" initials="未" lastIdx="0" clrIdx="440"/>
  <p:cmAuthor id="442" name="兜兜鱼(Dennis)" initials="兜" lastIdx="0" clrIdx="441"/>
  <p:cmAuthor id="443" name="未知用户93" initials="未" lastIdx="0" clrIdx="442"/>
  <p:cmAuthor id="444" name="未知用户90" initials="未" lastIdx="0" clrIdx="443"/>
  <p:cmAuthor id="445" name="未知用户91" initials="未" lastIdx="0" clrIdx="444"/>
  <p:cmAuthor id="446" name="未知用户92" initials="未" lastIdx="0" clrIdx="445"/>
  <p:cmAuthor id="447" name="未知用户74" initials="未" lastIdx="0" clrIdx="446"/>
  <p:cmAuthor id="448" name="未知用户75" initials="未" lastIdx="0" clrIdx="447"/>
  <p:cmAuthor id="449" name="未知用户76" initials="未" lastIdx="0" clrIdx="448"/>
  <p:cmAuthor id="450" name="未知用户77" initials="未" lastIdx="0" clrIdx="449"/>
  <p:cmAuthor id="451" name="未知用户78" initials="未" lastIdx="0" clrIdx="450"/>
  <p:cmAuthor id="452" name="未知用户79" initials="未" lastIdx="0" clrIdx="451"/>
  <p:cmAuthor id="453" name="未知用户80" initials="未" lastIdx="0" clrIdx="452"/>
  <p:cmAuthor id="454" name="未知的使用者50" initials="未" lastIdx="0" clrIdx="453"/>
  <p:cmAuthor id="455" name="Harry xu" initials="H" lastIdx="0" clrIdx="454"/>
  <p:cmAuthor id="456" name="未知的使用者62" initials="未" lastIdx="0" clrIdx="455"/>
  <p:cmAuthor id="457" name="未知的使用者58" initials="未" lastIdx="0" clrIdx="456"/>
  <p:cmAuthor id="458" name="未知用户38" initials="未" lastIdx="0" clrIdx="457"/>
  <p:cmAuthor id="459" name="未知用户28" initials="未知用户28" lastIdx="0" clrIdx="458"/>
  <p:cmAuthor id="460" name="未知用户29" initials="未知用户29" lastIdx="0" clrIdx="459"/>
  <p:cmAuthor id="461" name="未知用户30" initials="未知用户30" lastIdx="0" clrIdx="460"/>
  <p:cmAuthor id="462" name="未知用户31" initials="未知用户31" lastIdx="0" clrIdx="461"/>
  <p:cmAuthor id="463" name="Vicky" initials="V" lastIdx="0" clrIdx="462"/>
  <p:cmAuthor id="464" name="刘云轩" initials="刘" lastIdx="0" clrIdx="463"/>
  <p:cmAuthor id="465" name="sharon" initials="s" lastIdx="0" clrIdx="464"/>
  <p:cmAuthor id="466" name="未知用户32" initials="未知用户32" lastIdx="0" clrIdx="465"/>
  <p:cmAuthor id="467" name="未知用户33" initials="未知用户33" lastIdx="0" clrIdx="466"/>
  <p:cmAuthor id="468" name="未知用户27" initials="未" lastIdx="0" clrIdx="467"/>
  <p:cmAuthor id="469" name="陈亚欣" initials="陈" lastIdx="0" clrIdx="468"/>
  <p:cmAuthor id="470" name="未知用户35" initials="未" lastIdx="0" clrIdx="469"/>
  <p:cmAuthor id="471" name="未知用户111" initials="未" lastIdx="0" clrIdx="470"/>
  <p:cmAuthor id="472" name="alpha" initials="a" lastIdx="0" clrIdx="471"/>
  <p:cmAuthor id="473" name="未知用户37" initials="未" lastIdx="0" clrIdx="472"/>
  <p:cmAuthor id="474" name="Unknown User22" initials="U" lastIdx="0" clrIdx="473"/>
  <p:cmAuthor id="475" name="Unknown User23" initials="U" lastIdx="0" clrIdx="474"/>
  <p:cmAuthor id="476" name="未知的使用者75" initials="未" lastIdx="0" clrIdx="475"/>
  <p:cmAuthor id="477" name="未知的使用者77" initials="未" lastIdx="0" clrIdx="476"/>
  <p:cmAuthor id="478" name="未知的使用者78" initials="未" lastIdx="0" clrIdx="477"/>
  <p:cmAuthor id="479" name="未知的使用者79" initials="未" lastIdx="0" clrIdx="478"/>
  <p:cmAuthor id="480" name="未知的使用者80" initials="未" lastIdx="0" clrIdx="479"/>
  <p:cmAuthor id="481" name="未知的使用者82" initials="未" lastIdx="0" clrIdx="480"/>
  <p:cmAuthor id="482" name="未知的使用者83" initials="未" lastIdx="0" clrIdx="481"/>
  <p:cmAuthor id="483" name="未知的使用者84" initials="未" lastIdx="0" clrIdx="482"/>
  <p:cmAuthor id="484" name="未知的使用者85" initials="未" lastIdx="0" clrIdx="483"/>
  <p:cmAuthor id="485" name="未知的使用者87" initials="未" lastIdx="0" clrIdx="484"/>
  <p:cmAuthor id="486" name="未知的使用者90" initials="未" lastIdx="0" clrIdx="485"/>
  <p:cmAuthor id="487" name="未知的使用者91" initials="未" lastIdx="0" clrIdx="486"/>
  <p:cmAuthor id="488" name="CHRISYU" initials="C" lastIdx="0" clrIdx="487"/>
  <p:cmAuthor id="489" name="liucunri" initials="l" lastIdx="0" clrIdx="488"/>
  <p:cmAuthor id="490" name="未知用户34" initials="未知用户34" lastIdx="0" clrIdx="489"/>
  <p:cmAuthor id="491" name="未知的使用者155" initials="未" lastIdx="0" clrIdx="490"/>
  <p:cmAuthor id="492" name="未知用户36" initials="未知用户36" lastIdx="0" clrIdx="491"/>
  <p:cmAuthor id="493" name="未知的使用者102" initials="未" lastIdx="0" clrIdx="492"/>
  <p:cmAuthor id="494" name="未知用户26" initials="未" lastIdx="0" clrIdx="493"/>
  <p:cmAuthor id="495" name="仝德志" initials="仝" lastIdx="0" clrIdx="494"/>
  <p:cmAuthor id="496" name="未知用户112" initials="未知用户112" lastIdx="0" clrIdx="495"/>
  <p:cmAuthor id="497" name="Chun Chung YEH" initials="C" lastIdx="0" clrIdx="496"/>
  <p:cmAuthor id="498" name="未知的使用者169" initials="未" lastIdx="0" clrIdx="497"/>
  <p:cmAuthor id="499" name="未知的使用者183" initials="未" lastIdx="0" clrIdx="498"/>
  <p:cmAuthor id="500" name="未知的使用者182" initials="未" lastIdx="0" clrIdx="499"/>
  <p:cmAuthor id="501" name="未知的使用者173" initials="未" lastIdx="0" clrIdx="500"/>
  <p:cmAuthor id="502" name="針對所選的門市進行小範圍實驗，捕捉驅動績效的關鍵影響因子" initials="針" lastIdx="0" clrIdx="501"/>
  <p:cmAuthor id="503" name="未知的使用者203" initials="未" lastIdx="0" clrIdx="502"/>
  <p:cmAuthor id="504" name="未知的使用者114" initials="未" lastIdx="0" clrIdx="503"/>
  <p:cmAuthor id="505" name="未知的使用者152" initials="未" lastIdx="0" clrIdx="504"/>
  <p:cmAuthor id="506" name="未知的使用者184" initials="未" lastIdx="0" clrIdx="505"/>
  <p:cmAuthor id="507" name="未知的使用者185" initials="未" lastIdx="0" clrIdx="506"/>
  <p:cmAuthor id="508" name="未知的使用者186" initials="未" lastIdx="0" clrIdx="507"/>
  <p:cmAuthor id="509" name="未知的使用者175" initials="未" lastIdx="0" clrIdx="508"/>
  <p:cmAuthor id="510" name="未知的使用者176" initials="未" lastIdx="0" clrIdx="509"/>
  <p:cmAuthor id="511" name="殷格非" initials="殷" lastIdx="0" clrIdx="510"/>
  <p:cmAuthor id="512" name="未知的使用者187" initials="未" lastIdx="0" clrIdx="511"/>
  <p:cmAuthor id="513" name="z r" initials="zr" lastIdx="0" clrIdx="512"/>
  <p:cmAuthor id="514" name="未知的使用者178" initials="未" lastIdx="0" clrIdx="513"/>
  <p:cmAuthor id="515" name="lc xue" initials="lx" lastIdx="0" clrIdx="514"/>
  <p:cmAuthor id="516" name="未知的使用者179" initials="未" lastIdx="0" clrIdx="515"/>
  <p:cmAuthor id="517" name="孟芳芳（借调）" initials="V" lastIdx="0" clrIdx="516"/>
  <p:cmAuthor id="518" name="未知的使用者180" initials="未" lastIdx="0" clrIdx="517"/>
  <p:cmAuthor id="519" name="安 启飞" initials="安" lastIdx="0" clrIdx="518"/>
  <p:cmAuthor id="520" name="未知的使用者181" initials="未" lastIdx="0" clrIdx="519"/>
  <p:cmAuthor id="521" name="夜尽迟渊_UrQfrmQZ" initials="authorId_501680251" lastIdx="0" clrIdx="520"/>
  <p:cmAuthor id="522" name="未知的使用者170" initials="未" lastIdx="0" clrIdx="521"/>
  <p:cmAuthor id="523" name="王丰_aE3uARfm" initials="authorId_383357774" lastIdx="0" clrIdx="522"/>
  <p:cmAuthor id="524" name="未知的使用者227" initials="未" lastIdx="0" clrIdx="523"/>
  <p:cmAuthor id="525" name="方少_UbQfrimU" initials="authorId_442114952" lastIdx="0" clrIdx="524"/>
  <p:cmAuthor id="527" name="叶盛_Q3A3IfEf" initials="authorId_506280334" lastIdx="0" clrIdx="526"/>
  <p:cmAuthor id="528" name="未知的使用者141" initials="未" lastIdx="0" clrIdx="527"/>
  <p:cmAuthor id="529" name="Harley._bEJrUJ7r" initials="authorId_432156705" lastIdx="0" clrIdx="528"/>
  <p:cmAuthor id="530" name="未知的使用者142" initials="未" lastIdx="0" clrIdx="529"/>
  <p:cmAuthor id="531" name="罗平_VB7vJb2E" initials="authorId_305049361" lastIdx="0" clrIdx="530"/>
  <p:cmAuthor id="532" name="未知的使用者143" initials="未" lastIdx="0" clrIdx="531"/>
  <p:cmAuthor id="533" name="xixi_nUjqe22E" initials="authorId_359229261" lastIdx="0" clrIdx="532"/>
  <p:cmAuthor id="534" name="未知的使用者144" initials="未" lastIdx="0" clrIdx="533"/>
  <p:cmAuthor id="535" name="安安_zm6nYnYZ" initials="authorId_347340296" lastIdx="0" clrIdx="534"/>
  <p:cmAuthor id="536" name="未知的使用者145" initials="未" lastIdx="0" clrIdx="535"/>
  <p:cmAuthor id="537" name="未知的使用者146" initials="未" lastIdx="0" clrIdx="536"/>
  <p:cmAuthor id="538" name="未知的使用者147" initials="未" lastIdx="0" clrIdx="537"/>
  <p:cmAuthor id="539" name="周君_MfIffYra" initials="authorId_375419134" lastIdx="0" clrIdx="538"/>
  <p:cmAuthor id="540" name="未知用户113" initials="未知用户113" lastIdx="0" clrIdx="539"/>
  <p:cmAuthor id="541" name="未知的使用者149" initials="未" lastIdx="0" clrIdx="540"/>
  <p:cmAuthor id="542" name="未知的使用者150" initials="未" lastIdx="0" clrIdx="541"/>
  <p:cmAuthor id="543" name="未知用户138" initials="未" lastIdx="0" clrIdx="542"/>
  <p:cmAuthor id="544" name="未知用户130" initials="未" lastIdx="0" clrIdx="543"/>
  <p:cmAuthor id="545" name="未知用户131" initials="未" lastIdx="0" clrIdx="544"/>
  <p:cmAuthor id="546" name="未知用户132" initials="未" lastIdx="0" clrIdx="545"/>
  <p:cmAuthor id="547" name="未知用户133" initials="未" lastIdx="0" clrIdx="546"/>
  <p:cmAuthor id="548" name="未知用户134" initials="未" lastIdx="0" clrIdx="547"/>
  <p:cmAuthor id="549" name="未知用户135" initials="未" lastIdx="0" clrIdx="548"/>
  <p:cmAuthor id="550" name="未知用户137" initials="未" lastIdx="0" clrIdx="549"/>
  <p:cmAuthor id="551" name="未知用户136" initials="未" lastIdx="0" clrIdx="550"/>
  <p:cmAuthor id="552" name="王长青" initials="王长青" lastIdx="0" clrIdx="551"/>
  <p:cmAuthor id="553" name="Yoyo Wu" initials="Y" lastIdx="0" clrIdx="552"/>
  <p:cmAuthor id="554" name="zhangbin" initials="z" lastIdx="0" clrIdx="553"/>
  <p:cmAuthor id="555" name="单 善" initials="单" lastIdx="0" clrIdx="554"/>
  <p:cmAuthor id="556" name="Unknown User25" initials="U" lastIdx="0" clrIdx="555"/>
  <p:cmAuthor id="557" name="Unknown User26" initials="U" lastIdx="0" clrIdx="556"/>
  <p:cmAuthor id="558" name="Unknown User27" initials="U" lastIdx="0" clrIdx="557"/>
  <p:cmAuthor id="559" name="Unknown User11" initials="U" lastIdx="0" clrIdx="558"/>
  <p:cmAuthor id="560" name="Unknown User112" initials="U" lastIdx="0" clrIdx="559"/>
  <p:cmAuthor id="561" name="Unknown User59" initials="U" lastIdx="0" clrIdx="560"/>
  <p:cmAuthor id="562" name="仇怿俊" initials="仇" lastIdx="0" clrIdx="561"/>
  <p:cmAuthor id="563" name="Unknown User113" initials="U" lastIdx="0" clrIdx="562"/>
  <p:cmAuthor id="564" name="mei shuo" initials="mei shuo" lastIdx="0" clrIdx="563"/>
  <p:cmAuthor id="565" name="未知的使用者225" initials="" lastIdx="0" clrIdx="564"/>
  <p:cmAuthor id="566" name="dengwanting" initials="d" lastIdx="0" clrIdx="565"/>
  <p:cmAuthor id="567" name="未知的使用者226" initials="" lastIdx="0" clrIdx="566"/>
  <p:cmAuthor id="568" name="mouse zz" initials="mz" lastIdx="0" clrIdx="567"/>
  <p:cmAuthor id="569" name="Unknown User24" initials="U" lastIdx="0" clrIdx="568"/>
  <p:cmAuthor id="570" name="li yx" initials="ly" lastIdx="0" clrIdx="569"/>
  <p:cmAuthor id="571" name="未知用户54" initials="未" lastIdx="0" clrIdx="570"/>
  <p:cmAuthor id="572" name="未知的使用者218" initials="" lastIdx="0" clrIdx="571"/>
  <p:cmAuthor id="573" name="未知的使用者219" initials="" lastIdx="0" clrIdx="572"/>
  <p:cmAuthor id="574" name="未知的使用者220" initials="" lastIdx="0" clrIdx="573"/>
  <p:cmAuthor id="575" name="未知的使用者228" initials="" lastIdx="0" clrIdx="574"/>
  <p:cmAuthor id="576" name="未知的使用者229" initials="" lastIdx="0" clrIdx="575"/>
  <p:cmAuthor id="577" name="未知的使用者230" initials="" lastIdx="0" clrIdx="576"/>
  <p:cmAuthor id="578" name="未知的使用者231" initials="" lastIdx="0" clrIdx="577"/>
  <p:cmAuthor id="579" name="未知的使用者232" initials="" lastIdx="0" clrIdx="578"/>
  <p:cmAuthor id="580" name="raymond luan" initials="r" lastIdx="0" clrIdx="579"/>
  <p:cmAuthor id="581" name="Unknown User114" initials="U" lastIdx="0" clrIdx="580"/>
  <p:cmAuthor id="582" name="Unknown User111" initials="U" lastIdx="0" clrIdx="581"/>
  <p:cmAuthor id="583" name="未知的使用者131" initials="" lastIdx="0" clrIdx="582"/>
  <p:cmAuthor id="584" name="未知的使用者132" initials="" lastIdx="0" clrIdx="583"/>
  <p:cmAuthor id="585" name="未知用户118" initials="未" lastIdx="0" clrIdx="584"/>
  <p:cmAuthor id="586" name="未知的使用者235" initials="" lastIdx="0" clrIdx="585"/>
  <p:cmAuthor id="587" name="未知的使用者236" initials="" lastIdx="0" clrIdx="586"/>
  <p:cmAuthor id="588" name="未知的使用者237" initials="" lastIdx="0" clrIdx="587"/>
  <p:cmAuthor id="589" name="未知用户70" initials="未" lastIdx="0" clrIdx="588"/>
  <p:cmAuthor id="590" name="未知的使用者239" initials="" lastIdx="0" clrIdx="589"/>
  <p:cmAuthor id="591" name="未知的使用者136" initials="" lastIdx="0" clrIdx="590"/>
  <p:cmAuthor id="592" name="未知用户194" initials="未" lastIdx="0" clrIdx="591"/>
  <p:cmAuthor id="593" name="未知的使用者206" initials="" lastIdx="0" clrIdx="592"/>
  <p:cmAuthor id="594" name="未知的使用者207" initials="" lastIdx="0" clrIdx="593"/>
  <p:cmAuthor id="595" name="未知的使用者208" initials="" lastIdx="0" clrIdx="594"/>
  <p:cmAuthor id="596" name="未知的使用者209" initials="" lastIdx="0" clrIdx="595"/>
  <p:cmAuthor id="597" name="未知的使用者210" initials="" lastIdx="0" clrIdx="596"/>
  <p:cmAuthor id="598" name="未知的使用者211" initials="" lastIdx="0" clrIdx="597"/>
  <p:cmAuthor id="599" name="未知的使用者212" initials="" lastIdx="0" clrIdx="598"/>
  <p:cmAuthor id="600" name="未知的使用者213" initials="" lastIdx="0" clrIdx="599"/>
  <p:cmAuthor id="601" name="未知的使用者214" initials="" lastIdx="0" clrIdx="600"/>
  <p:cmAuthor id="602" name="未知的使用者215" initials="" lastIdx="0" clrIdx="601"/>
  <p:cmAuthor id="603" name="未知用户121" initials="未" lastIdx="0" clrIdx="602"/>
  <p:cmAuthor id="604" name="王 黎黎" initials="王" lastIdx="0" clrIdx="603"/>
  <p:cmAuthor id="605" name="未知用户162" initials="未" lastIdx="0" clrIdx="604"/>
  <p:cmAuthor id="606" name="未知的使用者61" initials="未" lastIdx="0" clrIdx="605"/>
  <p:cmAuthor id="607" name="未知的使用者163" initials="未" lastIdx="0" clrIdx="606"/>
  <p:cmAuthor id="608" name="未知的使用者165" initials="未" lastIdx="0" clrIdx="607"/>
  <p:cmAuthor id="609" name="未知的使用者158" initials="未" lastIdx="0" clrIdx="608"/>
  <p:cmAuthor id="610" name="未知的使用者166" initials="未" lastIdx="0" clrIdx="609"/>
  <p:cmAuthor id="611" name="未知的使用者167" initials="未" lastIdx="0" clrIdx="610"/>
  <p:cmAuthor id="612" name="未知的使用者159" initials="未" lastIdx="0" clrIdx="611"/>
  <p:cmAuthor id="613" name="未知的使用者160" initials="未" lastIdx="0" clrIdx="612"/>
  <p:cmAuthor id="614" name="未知的使用者168" initials="未" lastIdx="0" clrIdx="613"/>
  <p:cmAuthor id="615" name="未知用户120" initials="未" lastIdx="0" clrIdx="614"/>
  <p:cmAuthor id="616" name="未知用户122" initials="未" lastIdx="0" clrIdx="615"/>
  <p:cmAuthor id="617" name="未知用户139" initials="未" lastIdx="0" clrIdx="616"/>
  <p:cmAuthor id="618" name="未知用户141" initials="未" lastIdx="0" clrIdx="617"/>
  <p:cmAuthor id="619" name="未知用户143" initials="未" lastIdx="0" clrIdx="618"/>
  <p:cmAuthor id="620" name="未知用户144" initials="未" lastIdx="0" clrIdx="619"/>
  <p:cmAuthor id="621" name="未知用户145" initials="未" lastIdx="0" clrIdx="620"/>
  <p:cmAuthor id="622" name="未知用户119" initials="未" lastIdx="0" clrIdx="621"/>
  <p:cmAuthor id="623" name="未知用户140" initials="未" lastIdx="0" clrIdx="622"/>
  <p:cmAuthor id="624" name="未知用户142" initials="未" lastIdx="0" clrIdx="623"/>
  <p:cmAuthor id="625" name="未知用户146" initials="未" lastIdx="0" clrIdx="624"/>
  <p:cmAuthor id="626" name="未知用户147" initials="未" lastIdx="0" clrIdx="625"/>
  <p:cmAuthor id="627" name="未知用户148" initials="未" lastIdx="0" clrIdx="626"/>
  <p:cmAuthor id="628" name="未知用户195" initials="未" lastIdx="0" clrIdx="627"/>
  <p:cmAuthor id="629" name="未知用户207" initials="未" lastIdx="0" clrIdx="628"/>
  <p:cmAuthor id="630" name="未知用户208" initials="未" lastIdx="0" clrIdx="629"/>
  <p:cmAuthor id="631" name="未知用户198" initials="未" lastIdx="0" clrIdx="630"/>
  <p:cmAuthor id="632" name="未知用户209" initials="未" lastIdx="0" clrIdx="631"/>
  <p:cmAuthor id="633" name="未知用户206" initials="未" lastIdx="0" clrIdx="632"/>
  <p:cmAuthor id="634" name="未知用户46" initials="未" lastIdx="0" clrIdx="633"/>
  <p:cmAuthor id="635" name="未知的使用者188" initials="未" lastIdx="0" clrIdx="634"/>
  <p:cmAuthor id="636" name="未知的使用者189" initials="未" lastIdx="0" clrIdx="635"/>
  <p:cmAuthor id="637" name="未知的使用者190" initials="未" lastIdx="0" clrIdx="636"/>
  <p:cmAuthor id="638" name="未知的使用者191" initials="未" lastIdx="0" clrIdx="637"/>
  <p:cmAuthor id="639" name="未知的使用者192" initials="未" lastIdx="0" clrIdx="638"/>
  <p:cmAuthor id="640" name="吖叻" initials="吖" lastIdx="0" clrIdx="639"/>
  <p:cmAuthor id="641" name="未知的使用者193" initials="未" lastIdx="0" clrIdx="640"/>
  <p:cmAuthor id="642" name="未知的使用者153" initials="未" lastIdx="0" clrIdx="641"/>
  <p:cmAuthor id="643" name="未知的使用者154" initials="未" lastIdx="0" clrIdx="642"/>
  <p:cmAuthor id="644" name="未知的使用者157" initials="未" lastIdx="0" clrIdx="643"/>
  <p:cmAuthor id="645" name="未知的使用者129" initials="未" lastIdx="0" clrIdx="644"/>
  <p:cmAuthor id="646" name="未知的使用者164" initials="未" lastIdx="0" clrIdx="645"/>
  <p:cmAuthor id="647" name="未知的使用者172" initials="未" lastIdx="0" clrIdx="646"/>
  <p:cmAuthor id="648" name="未知的使用者174" initials="未" lastIdx="0" clrIdx="647"/>
  <p:cmAuthor id="649" name="未知的使用者247" initials="未" lastIdx="0" clrIdx="648"/>
  <p:cmAuthor id="650" name="未知的使用者249" initials="未" lastIdx="0" clrIdx="649"/>
  <p:cmAuthor id="651" name="未知的使用者250" initials="未" lastIdx="0" clrIdx="650"/>
  <p:cmAuthor id="652" name="未知的使用者251" initials="未" lastIdx="0" clrIdx="651"/>
  <p:cmAuthor id="653" name="未知的使用者246" initials="未" lastIdx="0" clrIdx="652"/>
  <p:cmAuthor id="654" name="未知的使用者252" initials="未" lastIdx="0" clrIdx="653"/>
  <p:cmAuthor id="655" name="未知的使用者253" initials="未" lastIdx="0" clrIdx="654"/>
  <p:cmAuthor id="656" name="未知的使用者254" initials="未" lastIdx="0" clrIdx="655"/>
  <p:cmAuthor id="657" name="未知的使用者255" initials="未" lastIdx="0" clrIdx="656"/>
  <p:cmAuthor id="658" name="未知的使用者270" initials="未" lastIdx="0" clrIdx="657"/>
  <p:cmAuthor id="659" name="未知的使用者256" initials="未" lastIdx="0" clrIdx="658"/>
  <p:cmAuthor id="660" name="未知的使用者257" initials="未" lastIdx="0" clrIdx="659"/>
  <p:cmAuthor id="661" name="未知的使用者240" initials="未" lastIdx="0" clrIdx="660"/>
  <p:cmAuthor id="662" name="未知的使用者241" initials="未" lastIdx="0" clrIdx="661"/>
  <p:cmAuthor id="663" name="未知的使用者242" initials="未" lastIdx="0" clrIdx="662"/>
  <p:cmAuthor id="664" name="未知的使用者243" initials="未" lastIdx="0" clrIdx="663"/>
  <p:cmAuthor id="665" name="未知的使用者258" initials="未" lastIdx="0" clrIdx="664"/>
  <p:cmAuthor id="666" name="未知的使用者259" initials="未" lastIdx="0" clrIdx="665"/>
  <p:cmAuthor id="667" name="未知的使用者260" initials="未" lastIdx="0" clrIdx="666"/>
  <p:cmAuthor id="668" name="未知的使用者261" initials="未" lastIdx="0" clrIdx="667"/>
  <p:cmAuthor id="669" name="未知的使用者262" initials="未" lastIdx="0" clrIdx="668"/>
  <p:cmAuthor id="670" name="未知的使用者263" initials="未" lastIdx="0" clrIdx="669"/>
  <p:cmAuthor id="671" name="未知的使用者264" initials="未" lastIdx="0" clrIdx="670"/>
  <p:cmAuthor id="672" name="未知的使用者265" initials="未" lastIdx="0" clrIdx="671"/>
  <p:cmAuthor id="673" name="未知的使用者266" initials="未" lastIdx="0" clrIdx="672"/>
  <p:cmAuthor id="674" name="未知的使用者267" initials="未" lastIdx="0" clrIdx="673"/>
  <p:cmAuthor id="675" name="未知的使用者268" initials="未" lastIdx="0" clrIdx="674"/>
  <p:cmAuthor id="676" name="未知的使用者269" initials="未" lastIdx="0" clrIdx="675"/>
  <p:cmAuthor id="677" name="lillian" initials="l" lastIdx="0" clrIdx="676"/>
  <p:cmAuthor id="678" name="未知用户197" initials="未" lastIdx="0" clrIdx="677"/>
  <p:cmAuthor id="679" name="未知用户157" initials="未" lastIdx="0" clrIdx="678"/>
  <p:cmAuthor id="680" name="未知用户158" initials="未" lastIdx="0" clrIdx="679"/>
  <p:cmAuthor id="681" name="未知用户159" initials="未" lastIdx="0" clrIdx="680"/>
  <p:cmAuthor id="682" name="黄晓平" initials="黄" lastIdx="0" clrIdx="681"/>
  <p:cmAuthor id="683" name="未知用户160" initials="未" lastIdx="0" clrIdx="682"/>
  <p:cmAuthor id="684" name="pengfei shen" initials="ps" lastIdx="0" clrIdx="683"/>
  <p:cmAuthor id="685" name="未知用户168" initials="未" lastIdx="0" clrIdx="684"/>
  <p:cmAuthor id="686" name="Wu, Jing 1. (NSB - CN/Hangzhou)" initials="WJ1(C" lastIdx="0" clrIdx="685"/>
  <p:cmAuthor id="687" name="順天" initials="順" lastIdx="0" clrIdx="686"/>
  <p:cmAuthor id="688" name="晶 王" initials="晶王" lastIdx="0" clrIdx="687"/>
  <p:cmAuthor id="689" name="未知用户246" initials="未" lastIdx="0" clrIdx="688"/>
  <p:cmAuthor id="690" name="U飞雪无痕" initials="U" lastIdx="0" clrIdx="689"/>
  <p:cmAuthor id="691" name="未知用户166" initials="未" lastIdx="0" clrIdx="690"/>
  <p:cmAuthor id="692" name="wangfeifei" initials="w" lastIdx="0" clrIdx="691"/>
  <p:cmAuthor id="693" name="未知用户189" initials="未" lastIdx="0" clrIdx="692"/>
  <p:cmAuthor id="694" name="未知的使用者224" initials="未" lastIdx="0" clrIdx="693"/>
  <p:cmAuthor id="695" name="未知用户7" initials="未" lastIdx="0" clrIdx="694"/>
  <p:cmAuthor id="696" name="沈霄雷" initials="沈" lastIdx="0" clrIdx="695"/>
  <p:cmAuthor id="697" name="aaaaaa apple" initials="a" lastIdx="0" clrIdx="696"/>
  <p:cmAuthor id="698" name="李哲(ZheLi)-顺丰科技" initials="a" lastIdx="0" clrIdx="697"/>
  <p:cmAuthor id="699" name="未知用户268" initials="未" lastIdx="0" clrIdx="698"/>
  <p:cmAuthor id="700" name="Echo" initials="E" lastIdx="0" clrIdx="699"/>
  <p:cmAuthor id="701" name="未知用户269" initials="未" lastIdx="0" clrIdx="700"/>
  <p:cmAuthor id="702" name="渠沛" initials="渠" lastIdx="0" clrIdx="701"/>
  <p:cmAuthor id="703" name="Arno.Du(杜明星)" initials="A" lastIdx="0" clrIdx="702"/>
  <p:cmAuthor id="704" name="席琛" initials="" lastIdx="0" clrIdx="703"/>
  <p:cmAuthor id="705" name="未知用户250" initials="未" lastIdx="0" clrIdx="704"/>
  <p:cmAuthor id="706" name="韩剑侠" initials="P" lastIdx="0" clrIdx="705"/>
  <p:cmAuthor id="707" name="未知的使用者1" initials="未" lastIdx="0" clrIdx="706"/>
  <p:cmAuthor id="708" name="高路" initials="高" lastIdx="0" clrIdx="707"/>
  <p:cmAuthor id="709" name="sjzx" initials="s" lastIdx="0" clrIdx="708"/>
  <p:cmAuthor id="710" name="�Ÿ�" initials="�" lastIdx="0" clrIdx="709"/>
  <p:cmAuthor id="711" name="yang.yuan" initials="y" lastIdx="0" clrIdx="710"/>
  <p:cmAuthor id="712" name="未知的使用者217" initials="未" lastIdx="0" clrIdx="711"/>
  <p:cmAuthor id="713" name="王娟" initials="1" lastIdx="0" clrIdx="712"/>
  <p:cmAuthor id="714" name="Charley" initials="C" lastIdx="0" clrIdx="713"/>
  <p:cmAuthor id="715" name="yue jing" initials="yj" lastIdx="0" clrIdx="714"/>
  <p:cmAuthor id="716" name="lilan" initials="l" lastIdx="0" clrIdx="715"/>
  <p:cmAuthor id="717" name="yudi lin" initials="y" lastIdx="0" clrIdx="716"/>
  <p:cmAuthor id="718" name="Unknown User48" initials="U" lastIdx="0" clrIdx="717"/>
  <p:cmAuthor id="719" name="liuchunhua199110" initials="l" lastIdx="0" clrIdx="718"/>
  <p:cmAuthor id="720" name="hmwang" initials="dsc" lastIdx="0" clrIdx="719"/>
  <p:cmAuthor id="721" name="未知的使用者204" initials="未" lastIdx="0" clrIdx="720"/>
  <p:cmAuthor id="722" name="Unknown User50" initials="U" lastIdx="0" clrIdx="721"/>
  <p:cmAuthor id="723" name="Unknown User52" initials="U" lastIdx="0" clrIdx="722"/>
  <p:cmAuthor id="724" name="未知的使用者151" initials="未" lastIdx="0" clrIdx="723"/>
  <p:cmAuthor id="725" name="未知的使用者216" initials="未" lastIdx="0" clrIdx="724"/>
  <p:cmAuthor id="726" name="user" initials="u" lastIdx="0" clrIdx="725"/>
  <p:cmAuthor id="727" name="未知的使用者130" initials="未" lastIdx="0" clrIdx="726"/>
  <p:cmAuthor id="728" name="寂落" initials="寂" lastIdx="0" clrIdx="727"/>
  <p:cmAuthor id="729" name="未知的使用者234" initials="未" lastIdx="0" clrIdx="728"/>
  <p:cmAuthor id="730" name="未知的使用者137" initials="未" lastIdx="0" clrIdx="729"/>
  <p:cmAuthor id="731" name="heweia@digiwin.com" initials="h" lastIdx="0" clrIdx="730"/>
  <p:cmAuthor id="732" name="未知用户256" initials="未" lastIdx="0" clrIdx="731"/>
  <p:cmAuthor id="733" name="dell" initials="d" lastIdx="0" clrIdx="732"/>
  <p:cmAuthor id="734" name="未知用户220" initials="未" lastIdx="0" clrIdx="733"/>
  <p:cmAuthor id="735" name="super" initials="s" lastIdx="0" clrIdx="734"/>
  <p:cmAuthor id="736" name="未知的使用者238" initials="未" lastIdx="0" clrIdx="735"/>
  <p:cmAuthor id="737" name="未知的使用者133" initials="未" lastIdx="0" clrIdx="736"/>
  <p:cmAuthor id="738" name="方婷婷" initials="方" lastIdx="0" clrIdx="737"/>
  <p:cmAuthor id="739" name="未知用户280" initials="未" lastIdx="0" clrIdx="738"/>
  <p:cmAuthor id="740" name="留毓吟" initials="留" lastIdx="0" clrIdx="739"/>
  <p:cmAuthor id="741" name="刘晖" initials="刘" lastIdx="0" clrIdx="740"/>
  <p:cmAuthor id="742" name="未知用户190" initials="未" lastIdx="0" clrIdx="741"/>
  <p:cmAuthor id="743" name="未知用户196" initials="未" lastIdx="0" clrIdx="742"/>
  <p:cmAuthor id="744" name="未知用户199" initials="未" lastIdx="0" clrIdx="743"/>
  <p:cmAuthor id="745" name="Xia Ting" initials="X" lastIdx="0" clrIdx="744"/>
  <p:cmAuthor id="746" name="曾蓓/贝贝" initials="曾" lastIdx="0" clrIdx="745"/>
  <p:cmAuthor id="747" name="未知用户180" initials="未" lastIdx="0" clrIdx="746"/>
  <p:cmAuthor id="748" name="李强" initials="A" lastIdx="0" clrIdx="747"/>
  <p:cmAuthor id="749" name="不明使用者54" initials="不" lastIdx="0" clrIdx="748"/>
  <p:cmAuthor id="750" name="姚琳" initials="姚" lastIdx="0" clrIdx="749"/>
  <p:cmAuthor id="751" name="Cheung" initials="C" lastIdx="0" clrIdx="750"/>
  <p:cmAuthor id="752" name="未知用户188" initials="未" lastIdx="0" clrIdx="751"/>
  <p:cmAuthor id="753" name="chen" initials="c" lastIdx="0" clrIdx="752"/>
  <p:cmAuthor id="754" name="未知用户94" initials="未" lastIdx="0" clrIdx="753"/>
  <p:cmAuthor id="755" name="芳怡 李" initials="芳李" lastIdx="0" clrIdx="754"/>
  <p:cmAuthor id="756" name="未知用户321" initials="未" lastIdx="0" clrIdx="755"/>
  <p:cmAuthor id="757" name="博 戴" initials="博戴" lastIdx="0" clrIdx="756"/>
  <p:cmAuthor id="758" name=" " initials="" lastIdx="0" clrIdx="757"/>
  <p:cmAuthor id="759" name="不明使用者57" initials="不" lastIdx="0" clrIdx="758"/>
  <p:cmAuthor id="760" name="未知的使用者139" initials="未" lastIdx="0" clrIdx="759"/>
  <p:cmAuthor id="761" name="未知的使用者140" initials="未" lastIdx="0" clrIdx="760"/>
  <p:cmAuthor id="762" name="未知用户320" initials="未" lastIdx="0" clrIdx="761"/>
  <p:cmAuthor id="763" name="FanJQ" initials="F" lastIdx="0" clrIdx="762"/>
  <p:cmAuthor id="764" name="未知用户211" initials="未" lastIdx="0" clrIdx="763"/>
  <p:cmAuthor id="765" name="未知用户212" initials="未" lastIdx="0" clrIdx="764"/>
  <p:cmAuthor id="766" name="未知用户293" initials="未" lastIdx="0" clrIdx="765"/>
  <p:cmAuthor id="767" name="未知用户201" initials="未" lastIdx="0" clrIdx="766"/>
  <p:cmAuthor id="768" name="未知用户161" initials="未" lastIdx="0" clrIdx="767"/>
  <p:cmAuthor id="769" name="未知用户183" initials="未" lastIdx="0" clrIdx="768"/>
  <p:cmAuthor id="770" name="nancy" initials="n" lastIdx="0" clrIdx="769"/>
  <p:cmAuthor id="771" name="未知用户163" initials="未" lastIdx="0" clrIdx="770"/>
  <p:cmAuthor id="772" name="未知的使用者233" initials="未" lastIdx="0" clrIdx="771"/>
  <p:cmAuthor id="773" name="ll z" initials="l" lastIdx="0" clrIdx="772"/>
  <p:cmAuthor id="774" name="未知用户191" initials="未" lastIdx="0" clrIdx="773"/>
  <p:cmAuthor id="775" name="未知用户167" initials="未" lastIdx="0" clrIdx="774"/>
  <p:cmAuthor id="776" name="guanhh" initials="g" lastIdx="0" clrIdx="775"/>
  <p:cmAuthor id="777" name="未知用户169" initials="未" lastIdx="0" clrIdx="776"/>
  <p:cmAuthor id="778" name="未知用户192" initials="未" lastIdx="0" clrIdx="777"/>
  <p:cmAuthor id="779" name="未知用户203" initials="未" lastIdx="0" clrIdx="778"/>
  <p:cmAuthor id="780" name="未知用户175" initials="未" lastIdx="0" clrIdx="779"/>
  <p:cmAuthor id="781" name="未知用户176" initials="未" lastIdx="0" clrIdx="780"/>
  <p:cmAuthor id="782" name="未知用户177" initials="未" lastIdx="0" clrIdx="781"/>
  <p:cmAuthor id="783" name="未知用户184" initials="未" lastIdx="0" clrIdx="782"/>
  <p:cmAuthor id="784" name="未知用户179" initials="未" lastIdx="0" clrIdx="783"/>
  <p:cmAuthor id="785" name="未知用户185" initials="未" lastIdx="0" clrIdx="784"/>
  <p:cmAuthor id="786" name="未知用户181" initials="未" lastIdx="0" clrIdx="785"/>
  <p:cmAuthor id="787" name="ye gusong" initials="y" lastIdx="0" clrIdx="786"/>
  <p:cmAuthor id="788" name="wei muzi" initials="w" lastIdx="0" clrIdx="787"/>
  <p:cmAuthor id="789" name="孙" initials="孙" lastIdx="0" clrIdx="788"/>
  <p:cmAuthor id="790" name="未知用户187" initials="未" lastIdx="0" clrIdx="789"/>
  <p:cmAuthor id="791" name="王嘉偉" initials="王" lastIdx="0" clrIdx="790"/>
  <p:cmAuthor id="792" name="catherine" initials="c" lastIdx="0" clrIdx="791"/>
  <p:cmAuthor id="793" name="未知的使用者88" initials="未" lastIdx="0" clrIdx="792"/>
  <p:cmAuthor id="794" name="未知的使用者89" initials="未" lastIdx="0" clrIdx="793"/>
  <p:cmAuthor id="795" name="未知用户287" initials="未" lastIdx="0" clrIdx="794"/>
  <p:cmAuthor id="796" name="黄定江" initials="黄" lastIdx="0" clrIdx="795"/>
  <p:cmAuthor id="797" name="未知用户288" initials="未" lastIdx="0" clrIdx="796"/>
  <p:cmAuthor id="798" name="未知用户289" initials="未" lastIdx="0" clrIdx="797"/>
  <p:cmAuthor id="799" name="未知用户290" initials="未" lastIdx="0" clrIdx="798"/>
  <p:cmAuthor id="800" name="未知用户291" initials="未" lastIdx="0" clrIdx="799"/>
  <p:cmAuthor id="801" name="未知用户292" initials="未" lastIdx="0" clrIdx="800"/>
  <p:cmAuthor id="802" name="未知用户295" initials="未" lastIdx="0" clrIdx="801"/>
  <p:cmAuthor id="803" name="未知用户297" initials="未" lastIdx="0" clrIdx="802"/>
  <p:cmAuthor id="804" name="未知用户310" initials="未" lastIdx="0" clrIdx="803"/>
  <p:cmAuthor id="805" name="未知的使用者202" initials="未" lastIdx="0" clrIdx="804"/>
  <p:cmAuthor id="806" name="未知用户215" initials="未" lastIdx="0" clrIdx="805"/>
  <p:cmAuthor id="807" name="未知用户216" initials="未" lastIdx="0" clrIdx="806"/>
  <p:cmAuthor id="808" name="未知的使用者196" initials="未" lastIdx="0" clrIdx="807"/>
  <p:cmAuthor id="809" name="Bella 蔡" initials="B" lastIdx="0" clrIdx="808"/>
  <p:cmAuthor id="810" name="未知用户243" initials="未" lastIdx="0" clrIdx="809"/>
  <p:cmAuthor id="811" name="未知用户282" initials="未" lastIdx="0" clrIdx="810"/>
  <p:cmAuthor id="812" name="未知用户283" initials="未" lastIdx="0" clrIdx="811"/>
  <p:cmAuthor id="813" name="未知用户213" initials="未" lastIdx="0" clrIdx="812"/>
  <p:cmAuthor id="814" name="未知用户279" initials="未" lastIdx="0" clrIdx="813"/>
  <p:cmAuthor id="815" name="未知用户281" initials="未" lastIdx="0" clrIdx="814"/>
  <p:cmAuthor id="816" name="未知用户284" initials="未" lastIdx="0" clrIdx="815"/>
  <p:cmAuthor id="817" name="Ying Lou" initials="Y" lastIdx="0" clrIdx="816"/>
  <p:cmAuthor id="818" name="未知用户174" initials="未" lastIdx="0" clrIdx="817"/>
  <p:cmAuthor id="819" name="刘佳佳" initials="刘" lastIdx="0" clrIdx="818"/>
  <p:cmAuthor id="820" name="未知用户233" initials="未" lastIdx="0" clrIdx="819"/>
  <p:cmAuthor id="821" name="未知用户234" initials="未" lastIdx="0" clrIdx="820"/>
  <p:cmAuthor id="822" name="未知用户235" initials="未" lastIdx="0" clrIdx="821"/>
  <p:cmAuthor id="823" name="未知用户236" initials="未" lastIdx="0" clrIdx="822"/>
  <p:cmAuthor id="824" name="未知用户237" initials="未" lastIdx="0" clrIdx="823"/>
  <p:cmAuthor id="825" name="未知用户240" initials="未" lastIdx="0" clrIdx="824"/>
  <p:cmAuthor id="826" name="未知用户221" initials="未" lastIdx="0" clrIdx="825"/>
  <p:cmAuthor id="827" name="王 辰斌" initials="王" lastIdx="0" clrIdx="826"/>
  <p:cmAuthor id="828" name="未知用户89" initials="未" lastIdx="0" clrIdx="827"/>
  <p:cmAuthor id="829" name="未知的使用者197" initials="未" lastIdx="0" clrIdx="828"/>
  <p:cmAuthor id="830" name="Carol Kelly" initials="C" lastIdx="0" clrIdx="829"/>
  <p:cmAuthor id="831" name="未知的使用者205" initials="未" lastIdx="0" clrIdx="830"/>
  <p:cmAuthor id="832" name="未知的使用者200" initials="未" lastIdx="0" clrIdx="831"/>
  <p:cmAuthor id="833" name="Unknown User58" initials="U" lastIdx="0" clrIdx="832"/>
  <p:cmAuthor id="834" name="Unknown User55" initials="U" lastIdx="0" clrIdx="833"/>
  <p:cmAuthor id="835" name="未知的使用者195" initials="未" lastIdx="0" clrIdx="834"/>
  <p:cmAuthor id="836" name="Huipeng Cao" initials="H" lastIdx="0" clrIdx="835"/>
  <p:cmAuthor id="837" name="李 雷雨" initials="李" lastIdx="0" clrIdx="836"/>
  <p:cmAuthor id="838" name="91257" initials="9" lastIdx="0" clrIdx="837"/>
  <p:cmAuthor id="839" name="未知用户228" initials="未" lastIdx="0" clrIdx="838"/>
  <p:cmAuthor id="840" name="vicky" initials="v" lastIdx="0" clrIdx="839"/>
  <p:cmAuthor id="841" name="jerrychou" initials="j" lastIdx="0" clrIdx="840"/>
  <p:cmAuthor id="842" name="不明使用者12" initials="不" lastIdx="0" clrIdx="841"/>
  <p:cmAuthor id="843" name="不明使用者1" initials="不" lastIdx="0" clrIdx="842"/>
  <p:cmAuthor id="844" name="不明使用者2" initials="不" lastIdx="0" clrIdx="843"/>
  <p:cmAuthor id="845" name="不明使用者3" initials="不" lastIdx="0" clrIdx="844"/>
  <p:cmAuthor id="846" name="不明使用者4" initials="不" lastIdx="0" clrIdx="845"/>
  <p:cmAuthor id="847" name="不明使用者6" initials="不" lastIdx="0" clrIdx="846"/>
  <p:cmAuthor id="848" name="不明使用者5" initials="不" lastIdx="0" clrIdx="847"/>
  <p:cmAuthor id="849" name="不明使用者7" initials="不" lastIdx="0" clrIdx="848"/>
  <p:cmAuthor id="850" name="李小红" initials="李" lastIdx="0" clrIdx="849"/>
  <p:cmAuthor id="851" name="不明使用者8" initials="不" lastIdx="0" clrIdx="850"/>
  <p:cmAuthor id="852" name="不明使用者9" initials="不" lastIdx="0" clrIdx="851"/>
  <p:cmAuthor id="853" name="不明使用者10" initials="不" lastIdx="0" clrIdx="852"/>
  <p:cmAuthor id="854" name="不明使用者11" initials="不" lastIdx="0" clrIdx="853"/>
  <p:cmAuthor id="855" name="Carol Wu" initials="C" lastIdx="0" clrIdx="854"/>
  <p:cmAuthor id="856" name="Think" initials="T" lastIdx="0" clrIdx="855"/>
  <p:cmAuthor id="857" name="未知用户303" initials="未" lastIdx="0" clrIdx="856"/>
  <p:cmAuthor id="858" name="未知用户304" initials="未" lastIdx="0" clrIdx="857"/>
  <p:cmAuthor id="859" name="win7" initials="w" lastIdx="0" clrIdx="858"/>
  <p:cmAuthor id="860" name="敢 王" initials="敢" lastIdx="0" clrIdx="859"/>
  <p:cmAuthor id="861" name="Jessie" initials="J" lastIdx="0" clrIdx="860"/>
  <p:cmAuthor id="862" name="邓 勇" initials="邓" lastIdx="0" clrIdx="861"/>
  <p:cmAuthor id="863" name="陈城" initials="陈" lastIdx="0" clrIdx="862"/>
  <p:cmAuthor id="864" name="Sharon" initials="S" lastIdx="0" clrIdx="863"/>
  <p:cmAuthor id="865" name="蓝礼健" initials="蓝" lastIdx="0" clrIdx="864"/>
  <p:cmAuthor id="866" name="未知用户311" initials="未" lastIdx="0" clrIdx="865"/>
  <p:cmAuthor id="867" name="未知用户312" initials="未" lastIdx="0" clrIdx="866"/>
  <p:cmAuthor id="868" name="shenbina" initials="s" lastIdx="0" clrIdx="867"/>
  <p:cmAuthor id="869" name="未知用户314" initials="未" lastIdx="0" clrIdx="868"/>
  <p:cmAuthor id="870" name="晓  曲" initials="晓" lastIdx="0" clrIdx="869"/>
  <p:cmAuthor id="871" name="未知用户230" initials="未" lastIdx="0" clrIdx="870"/>
  <p:cmAuthor id="872" name="未知用户232" initials="未" lastIdx="0" clrIdx="871"/>
  <p:cmAuthor id="873" name="孟连磊" initials="孟" lastIdx="0" clrIdx="872"/>
  <p:cmAuthor id="874" name="書緯 洪" initials="書緯" lastIdx="0" clrIdx="873"/>
  <p:cmAuthor id="875" name="未知的使用者177" initials="未" lastIdx="0" clrIdx="874"/>
  <p:cmAuthor id="876" name="David*" initials="D" lastIdx="0" clrIdx="875"/>
  <p:cmAuthor id="877" name="未知用户354" initials="未" lastIdx="0" clrIdx="876"/>
  <p:cmAuthor id="878" name="未知用户238" initials="未" lastIdx="0" clrIdx="877"/>
  <p:cmAuthor id="879" name="未知的使用者222" initials="未" lastIdx="0" clrIdx="878"/>
  <p:cmAuthor id="880" name="俊呈 賴" initials="俊" lastIdx="0" clrIdx="879"/>
  <p:cmAuthor id="881" name="winner1 chan" initials="wc" lastIdx="0" clrIdx="880"/>
  <p:cmAuthor id="882" name="未知用户332" initials="未" lastIdx="0" clrIdx="881"/>
  <p:cmAuthor id="883" name="未知用户217" initials="未" lastIdx="0" clrIdx="882"/>
  <p:cmAuthor id="884" name="cai yan" initials="cy" lastIdx="0" clrIdx="883"/>
  <p:cmAuthor id="885" name="俊晔 邱" initials="俊" lastIdx="0" clrIdx="884"/>
  <p:cmAuthor id="886" name="annie.gts@outlook.com" initials="a" lastIdx="0" clrIdx="885"/>
  <p:cmAuthor id="887" name="杨 升格" initials="杨" lastIdx="0" clrIdx="886"/>
  <p:cmAuthor id="888" name="Unknown User80" initials="U" lastIdx="0" clrIdx="887"/>
  <p:cmAuthor id="889" name="frankyang" initials="f" lastIdx="0" clrIdx="888"/>
  <p:cmAuthor id="890" name="未知用户222" initials="未" lastIdx="0" clrIdx="889"/>
  <p:cmAuthor id="891" name="李林林" initials="李" lastIdx="0" clrIdx="890"/>
  <p:cmAuthor id="892" name="璇 安" initials="璇" lastIdx="0" clrIdx="891"/>
  <p:cmAuthor id="893" name="lin li" initials="ll" lastIdx="0" clrIdx="892"/>
  <p:cmAuthor id="894" name="未知用户214" initials="未" lastIdx="0" clrIdx="893"/>
  <p:cmAuthor id="895" name="595434287@qq.com" initials="5" lastIdx="0" clrIdx="894"/>
  <p:cmAuthor id="896" name="lxm" initials="l" lastIdx="0" clrIdx="895"/>
  <p:cmAuthor id="897" name="345175348@qq.com" initials="3" lastIdx="0" clrIdx="896"/>
  <p:cmAuthor id="898" name="未知用户231" initials="未" lastIdx="0" clrIdx="897"/>
  <p:cmAuthor id="899" name="李 奕霖" initials="李" lastIdx="0" clrIdx="898"/>
  <p:cmAuthor id="900" name="PC" initials="P" lastIdx="0" clrIdx="899"/>
  <p:cmAuthor id="901" name="敬泉 李" initials="敬泉" lastIdx="0" clrIdx="900"/>
  <p:cmAuthor id="902" name="yesg" initials="y" lastIdx="0" clrIdx="901"/>
  <p:cmAuthor id="903" name="Microsoft Office User" initials="M" lastIdx="0" clrIdx="902"/>
  <p:cmAuthor id="904" name="陳珮琪" initials="陳珮琪" lastIdx="0" clrIdx="903"/>
  <p:cmAuthor id="905" name="未知用户277" initials="未" lastIdx="0" clrIdx="904"/>
  <p:cmAuthor id="906" name="soling" initials="s" lastIdx="0" clrIdx="905"/>
  <p:cmAuthor id="907" name="李 骁" initials="李" lastIdx="0" clrIdx="906"/>
  <p:cmAuthor id="908" name="未知用户258" initials="未" lastIdx="0" clrIdx="907"/>
  <p:cmAuthor id="909" name="未知的使用者96" initials="未" lastIdx="0" clrIdx="908"/>
  <p:cmAuthor id="910" name="未知用户260" initials="未" lastIdx="0" clrIdx="909"/>
  <p:cmAuthor id="911" name="未知的使用者99" initials="未" lastIdx="0" clrIdx="910"/>
  <p:cmAuthor id="912" name="未知的使用者101" initials="未" lastIdx="0" clrIdx="911"/>
  <p:cmAuthor id="913" name="未知用户263" initials="未" lastIdx="0" clrIdx="912"/>
  <p:cmAuthor id="914" name="未知用户342" initials="未" lastIdx="0" clrIdx="913"/>
  <p:cmAuthor id="915" name="未知用户249" initials="未" lastIdx="0" clrIdx="914"/>
  <p:cmAuthor id="916" name="未知用户285" initials="未" lastIdx="0" clrIdx="915"/>
  <p:cmAuthor id="917" name="未知用户315" initials="未" lastIdx="0" clrIdx="916"/>
  <p:cmAuthor id="918" name="未知用户316" initials="未" lastIdx="0" clrIdx="917"/>
  <p:cmAuthor id="919" name="未知用户317" initials="未" lastIdx="0" clrIdx="918"/>
  <p:cmAuthor id="920" name="未知用户318" initials="未" lastIdx="0" clrIdx="919"/>
  <p:cmAuthor id="921" name="未知用户319" initials="未" lastIdx="0" clrIdx="920"/>
  <p:cmAuthor id="922" name="chen hui" initials="c" lastIdx="0" clrIdx="921"/>
  <p:cmAuthor id="923" name="未知用户244" initials="未" lastIdx="0" clrIdx="922"/>
  <p:cmAuthor id="924" name="未知用户322" initials="未" lastIdx="0" clrIdx="923"/>
  <p:cmAuthor id="925" name="未知用户323" initials="未" lastIdx="0" clrIdx="924"/>
  <p:cmAuthor id="926" name="未知用户324" initials="未" lastIdx="0" clrIdx="925"/>
  <p:cmAuthor id="927" name="wangxinhui" initials="w" lastIdx="0" clrIdx="926"/>
  <p:cmAuthor id="928" name="未知用户276" initials="未" lastIdx="0" clrIdx="927"/>
  <p:cmAuthor id="929" name="未知用户363" initials="未" lastIdx="0" clrIdx="928"/>
  <p:cmAuthor id="930" name="未知用户459" initials="未" lastIdx="0" clrIdx="929"/>
  <p:cmAuthor id="931" name="未知用户470" initials="未" lastIdx="0" clrIdx="930"/>
  <p:cmAuthor id="932" name="未知用户325" initials="未" lastIdx="0" clrIdx="931"/>
  <p:cmAuthor id="933" name="未知用户326" initials="未" lastIdx="0" clrIdx="932"/>
  <p:cmAuthor id="934" name="未知用户365" initials="未" lastIdx="0" clrIdx="933"/>
  <p:cmAuthor id="935" name="未知用户460" initials="未" lastIdx="0" clrIdx="934"/>
  <p:cmAuthor id="936" name="未知用户366" initials="未" lastIdx="0" clrIdx="935"/>
  <p:cmAuthor id="937" name="未知用户461" initials="未" lastIdx="0" clrIdx="936"/>
  <p:cmAuthor id="938" name="未知用户367" initials="未" lastIdx="0" clrIdx="937"/>
  <p:cmAuthor id="939" name="未知用户462" initials="未" lastIdx="0" clrIdx="938"/>
  <p:cmAuthor id="940" name="未知用户463" initials="未" lastIdx="0" clrIdx="939"/>
  <p:cmAuthor id="941" name="未知用户368" initials="未" lastIdx="0" clrIdx="940"/>
  <p:cmAuthor id="942" name="未知用户464" initials="未" lastIdx="0" clrIdx="941"/>
  <p:cmAuthor id="943" name="旺旺雪饼(^з^)" initials="旺" lastIdx="0" clrIdx="942"/>
  <p:cmAuthor id="944" name="未知用户369" initials="未" lastIdx="0" clrIdx="943"/>
  <p:cmAuthor id="945" name="未知用户465" initials="未" lastIdx="0" clrIdx="944"/>
  <p:cmAuthor id="946" name="未知用户466" initials="未" lastIdx="0" clrIdx="945"/>
  <p:cmAuthor id="947" name="未知用户467" initials="未" lastIdx="0" clrIdx="946"/>
  <p:cmAuthor id="948" name="未知用户468" initials="未" lastIdx="0" clrIdx="947"/>
  <p:cmAuthor id="949" name="未知用户426" initials="未" lastIdx="0" clrIdx="948"/>
  <p:cmAuthor id="950" name="未知用户371" initials="未" lastIdx="0" clrIdx="949"/>
  <p:cmAuthor id="951" name="杨强" initials="杨" lastIdx="0" clrIdx="950"/>
  <p:cmAuthor id="952" name="未知用户372" initials="未" lastIdx="0" clrIdx="951"/>
  <p:cmAuthor id="953" name="檀晟 陈" initials="檀晟" lastIdx="0" clrIdx="952"/>
  <p:cmAuthor id="954" name="未知用户373" initials="未" lastIdx="0" clrIdx="953"/>
  <p:cmAuthor id="955" name="未知用户374" initials="未" lastIdx="0" clrIdx="954"/>
  <p:cmAuthor id="956" name="未知用户469" initials="未" lastIdx="0" clrIdx="955"/>
  <p:cmAuthor id="957" name="未知用户427" initials="未" lastIdx="0" clrIdx="956"/>
  <p:cmAuthor id="958" name="未知用户375" initials="未" lastIdx="0" clrIdx="957"/>
  <p:cmAuthor id="959" name="未知用户376" initials="未" lastIdx="0" clrIdx="958"/>
  <p:cmAuthor id="960" name="未知用户377" initials="未" lastIdx="0" clrIdx="959"/>
  <p:cmAuthor id="961" name="未知用户428" initials="未" lastIdx="0" clrIdx="960"/>
  <p:cmAuthor id="962" name="未知用户378" initials="未" lastIdx="0" clrIdx="961"/>
  <p:cmAuthor id="963" name="未知用户379" initials="未" lastIdx="0" clrIdx="962"/>
  <p:cmAuthor id="964" name="未知用户339" initials="未" lastIdx="0" clrIdx="963"/>
  <p:cmAuthor id="965" name="未知用户380" initials="未" lastIdx="0" clrIdx="964"/>
  <p:cmAuthor id="966" name="未知用户381" initials="未" lastIdx="0" clrIdx="965"/>
  <p:cmAuthor id="967" name="未知用户382" initials="未" lastIdx="0" clrIdx="966"/>
  <p:cmAuthor id="968" name="未知用户383" initials="未" lastIdx="0" clrIdx="967"/>
  <p:cmAuthor id="969" name="未知用户384" initials="未" lastIdx="0" clrIdx="968"/>
  <p:cmAuthor id="970" name="未知用户344" initials="未" lastIdx="0" clrIdx="969"/>
  <p:cmAuthor id="971" name="未知用户385" initials="未" lastIdx="0" clrIdx="970"/>
  <p:cmAuthor id="972" name="未知用户386" initials="未" lastIdx="0" clrIdx="971"/>
  <p:cmAuthor id="973" name="未知用户429" initials="未" lastIdx="0" clrIdx="972"/>
  <p:cmAuthor id="974" name="未知用户348" initials="未" lastIdx="0" clrIdx="973"/>
  <p:cmAuthor id="975" name="未知用户430" initials="未" lastIdx="0" clrIdx="974"/>
  <p:cmAuthor id="976" name="未知用户389" initials="未" lastIdx="0" clrIdx="975"/>
  <p:cmAuthor id="977" name="未知用户350" initials="未" lastIdx="0" clrIdx="976"/>
  <p:cmAuthor id="978" name="未知用户431" initials="未" lastIdx="0" clrIdx="977"/>
  <p:cmAuthor id="979" name="未知用户351" initials="未" lastIdx="0" clrIdx="978"/>
  <p:cmAuthor id="980" name="未知用户432" initials="未" lastIdx="0" clrIdx="979"/>
  <p:cmAuthor id="981" name="未知用户392" initials="未" lastIdx="0" clrIdx="980"/>
  <p:cmAuthor id="982" name="未知用户433" initials="未" lastIdx="0" clrIdx="981"/>
  <p:cmAuthor id="983" name="未知用户434" initials="未" lastIdx="0" clrIdx="982"/>
  <p:cmAuthor id="984" name="未知用户393" initials="未" lastIdx="0" clrIdx="983"/>
  <p:cmAuthor id="985" name="未知用户435" initials="未" lastIdx="0" clrIdx="984"/>
  <p:cmAuthor id="986" name="tonghailan" initials="t" lastIdx="0" clrIdx="985"/>
  <p:cmAuthor id="987" name="未知用户356" initials="未" lastIdx="0" clrIdx="986"/>
  <p:cmAuthor id="988" name="未知用户436" initials="未" lastIdx="0" clrIdx="987"/>
  <p:cmAuthor id="989" name="未知用户396" initials="未" lastIdx="0" clrIdx="988"/>
  <p:cmAuthor id="990" name="未知用户437" initials="未" lastIdx="0" clrIdx="989"/>
  <p:cmAuthor id="991" name="未知用户397" initials="未" lastIdx="0" clrIdx="990"/>
  <p:cmAuthor id="992" name="未知用户419" initials="未" lastIdx="0" clrIdx="991"/>
  <p:cmAuthor id="993" name="未知用户399" initials="未" lastIdx="0" clrIdx="992"/>
  <p:cmAuthor id="994" name="未知用户438" initials="未" lastIdx="0" clrIdx="993"/>
  <p:cmAuthor id="995" name="未知用户401" initials="未" lastIdx="0" clrIdx="994"/>
  <p:cmAuthor id="996" name="未知用户402" initials="未" lastIdx="0" clrIdx="995"/>
  <p:cmAuthor id="997" name="未知用户403" initials="未" lastIdx="0" clrIdx="996"/>
  <p:cmAuthor id="998" name="未知用户327" initials="未" lastIdx="0" clrIdx="997"/>
  <p:cmAuthor id="999" name="未知用户404" initials="未" lastIdx="0" clrIdx="998"/>
  <p:cmAuthor id="1000" name="未知用户405" initials="未" lastIdx="0" clrIdx="999"/>
  <p:cmAuthor id="1001" name="未知用户439" initials="未" lastIdx="0" clrIdx="1000"/>
  <p:cmAuthor id="1002" name="未知用户406" initials="未" lastIdx="0" clrIdx="1001"/>
  <p:cmAuthor id="1003" name="未知用户440" initials="未" lastIdx="0" clrIdx="1002"/>
  <p:cmAuthor id="1004" name="未知用户441" initials="未" lastIdx="0" clrIdx="1003"/>
  <p:cmAuthor id="1005" name="未知用户442" initials="未" lastIdx="0" clrIdx="1004"/>
  <p:cmAuthor id="1006" name="sun_zn" initials="s" lastIdx="0" clrIdx="1005"/>
  <p:cmAuthor id="1007" name="未知用户409" initials="未" lastIdx="0" clrIdx="1006"/>
  <p:cmAuthor id="1008" name="红旗的理想" initials="红" lastIdx="0" clrIdx="1007"/>
  <p:cmAuthor id="1009" name="未知用户443" initials="未" lastIdx="0" clrIdx="1008"/>
  <p:cmAuthor id="1010" name="shq316" initials="s" lastIdx="0" clrIdx="1009"/>
  <p:cmAuthor id="1011" name="未知用户411" initials="未" lastIdx="0" clrIdx="1010"/>
  <p:cmAuthor id="1012" name="shq316@vod365.com" initials="s" lastIdx="0" clrIdx="1011"/>
  <p:cmAuthor id="1013" name="未知用户444" initials="未" lastIdx="0" clrIdx="1012"/>
  <p:cmAuthor id="1014" name="yang fengyu" initials="yf" lastIdx="0" clrIdx="1013"/>
  <p:cmAuthor id="1015" name="未知用户413" initials="未" lastIdx="0" clrIdx="1014"/>
  <p:cmAuthor id="1016" name="未知用户445" initials="未" lastIdx="0" clrIdx="1015"/>
  <p:cmAuthor id="1017" name="文逸同学" initials="文" lastIdx="0" clrIdx="1016"/>
  <p:cmAuthor id="1018" name="未知用户446" initials="未" lastIdx="0" clrIdx="1017"/>
  <p:cmAuthor id="1019" name="未知用户447" initials="未" lastIdx="0" clrIdx="1018"/>
  <p:cmAuthor id="1020" name="未知用户448" initials="未" lastIdx="0" clrIdx="1019"/>
  <p:cmAuthor id="1021" name="未知用户333" initials="未" lastIdx="0" clrIdx="1020"/>
  <p:cmAuthor id="1022" name="未知用户417" initials="未" lastIdx="0" clrIdx="1021"/>
  <p:cmAuthor id="1023" name="未知用户449" initials="未" lastIdx="0" clrIdx="1022"/>
  <p:cmAuthor id="1024" name="未知用户418" initials="未" lastIdx="0" clrIdx="1023"/>
  <p:cmAuthor id="1025" name="未知用户450" initials="未" lastIdx="0" clrIdx="1024"/>
  <p:cmAuthor id="1026" name="未知用户423" initials="未" lastIdx="0" clrIdx="1025"/>
  <p:cmAuthor id="1027" name="未知用户424" initials="未" lastIdx="0" clrIdx="1026"/>
  <p:cmAuthor id="1028" name="未知用户425" initials="未" lastIdx="0" clrIdx="1027"/>
  <p:cmAuthor id="1029" name="未知用户451" initials="未" lastIdx="0" clrIdx="1028"/>
  <p:cmAuthor id="1030" name="未知用户452" initials="未" lastIdx="0" clrIdx="1029"/>
  <p:cmAuthor id="1031" name="未知用户453" initials="未" lastIdx="0" clrIdx="1030"/>
  <p:cmAuthor id="1032" name="未知用户454" initials="未" lastIdx="0" clrIdx="1031"/>
  <p:cmAuthor id="1033" name="未知用户455" initials="未" lastIdx="0" clrIdx="1032"/>
  <p:cmAuthor id="1034" name="未知用户456" initials="未" lastIdx="0" clrIdx="1033"/>
  <p:cmAuthor id="1035" name="未知用户457" initials="未" lastIdx="0" clrIdx="1034"/>
  <p:cmAuthor id="1036" name="未知用户458" initials="未" lastIdx="0" clrIdx="1035"/>
  <p:cmAuthor id="1037" name="風輕 雲淡" initials="風輕" lastIdx="0" clrIdx="1036"/>
  <p:cmAuthor id="1038" name="宁 凯亮" initials="宁" lastIdx="0" clrIdx="1037"/>
  <p:cmAuthor id="1039" name="小延魔法师" initials="小" lastIdx="0" clrIdx="1038"/>
  <p:cmAuthor id="1040" name="李 芳怡" initials="李" lastIdx="0" clrIdx="1039"/>
  <p:cmAuthor id="1041" name="lvz" initials="l" lastIdx="0" clrIdx="1040"/>
  <p:cmAuthor id="1042" name="俊強 詹" initials="俊強" lastIdx="0" clrIdx="1041"/>
  <p:cmAuthor id="1043" name="CMCC" initials="C" lastIdx="0" clrIdx="1042"/>
  <p:cmAuthor id="1044" name="Karissa Lai" initials="KL" lastIdx="0" clrIdx="1043"/>
  <p:cmAuthor id="1045" name="Tianchi Yao" initials="TY" lastIdx="0" clrIdx="1044"/>
  <p:cmAuthor id="1046" name="78234500@qq.com" initials="7" lastIdx="0" clrIdx="1045"/>
  <p:cmAuthor id="1047" name="张雅欣" initials="张" lastIdx="0" clrIdx="1046"/>
  <p:cmAuthor id="1048" name="未知用户301" initials="未" lastIdx="0" clrIdx="1047"/>
  <p:cmAuthor id="1049" name="裴亚" initials="W用" lastIdx="0" clrIdx="1048"/>
  <p:cmAuthor id="1050" name="panjm" initials="p" lastIdx="0" clrIdx="1049"/>
  <p:cmAuthor id="1051" name="陳劉杰" initials="陳" lastIdx="0" clrIdx="1050"/>
  <p:cmAuthor id="1052" name="pengling" initials="p" lastIdx="0" clrIdx="1051"/>
  <p:cmAuthor id="1053" name="liuzga" initials="l" lastIdx="0" clrIdx="1052"/>
  <p:cmAuthor id="1054" name="未知用户88" initials="未" lastIdx="0" clrIdx="1053"/>
  <p:cmAuthor id="1055" name="进 揭" initials="进" lastIdx="0" clrIdx="1054"/>
  <p:cmAuthor id="1056" name="刘浩" initials="刘" lastIdx="0" clrIdx="1055"/>
  <p:cmAuthor id="1057" name="未知用户218" initials="未" lastIdx="0" clrIdx="1056"/>
  <p:cmAuthor id="1058" name="Vivian Liu" initials="VL" lastIdx="0" clrIdx="1057"/>
  <p:cmAuthor id="1059" name="xie eagle" initials="x" lastIdx="0" clrIdx="1058"/>
  <p:cmAuthor id="1060" name="杨 贺春" initials="杨" lastIdx="0" clrIdx="1059"/>
  <p:cmAuthor id="1061" name="未知用户347" initials="未" lastIdx="0" clrIdx="1060"/>
  <p:cmAuthor id="1062" name="伟哥" initials="伟哥" lastIdx="0" clrIdx="1061"/>
  <p:cmAuthor id="1063" name="jian Ray" initials="j" lastIdx="0" clrIdx="1062"/>
  <p:cmAuthor id="1064" name="wlj352" initials="w" lastIdx="0" clrIdx="1063"/>
  <p:cmAuthor id="1065" name="Microsoft Office 用户" initials="M" lastIdx="0" clrIdx="1064"/>
  <p:cmAuthor id="1066" name="朗 月" initials="朗" lastIdx="0" clrIdx="1065"/>
  <p:cmAuthor id="1067" name="未知用户477" initials="未" lastIdx="0" clrIdx="1066"/>
  <p:cmAuthor id="1068" name="oden" initials="o" lastIdx="0" clrIdx="1067"/>
  <p:cmAuthor id="1069" name="chenye" initials="CY" lastIdx="0" clrIdx="1068"/>
  <p:cmAuthor id="1070" name="14299" initials="1" lastIdx="0" clrIdx="1069"/>
  <p:cmAuthor id="1071" name="未知用户481" initials="未" lastIdx="0" clrIdx="1070"/>
  <p:cmAuthor id="1072" name="未知用户271" initials="未" lastIdx="0" clrIdx="1071"/>
  <p:cmAuthor id="1073" name="未知用户388" initials="未" lastIdx="0" clrIdx="1072"/>
  <p:cmAuthor id="1074" name="未知用户484" initials="未" lastIdx="0" clrIdx="1073"/>
  <p:cmAuthor id="1075" name="未知用户224" initials="未" lastIdx="0" clrIdx="1074"/>
  <p:cmAuthor id="1076" name="jesschin" initials="j" lastIdx="0" clrIdx="1075"/>
  <p:cmAuthor id="1077" name="49293" initials="4" lastIdx="0" clrIdx="1076"/>
  <p:cmAuthor id="1078" name="王" initials="王" lastIdx="0" clrIdx="1077"/>
  <p:cmAuthor id="1079" name="未知用户259" initials="未" lastIdx="0" clrIdx="1078"/>
  <p:cmAuthor id="1080" name="zhuanz" initials="z" lastIdx="0" clrIdx="1079"/>
  <p:cmAuthor id="1081" name="张艺超" initials="张" lastIdx="0" clrIdx="1080"/>
  <p:cmAuthor id="1082" name="lh999" initials="l" lastIdx="0" clrIdx="1081"/>
  <p:cmAuthor id="1083" name="琳" initials="琳" lastIdx="0" clrIdx="1082"/>
  <p:cmAuthor id="1084" name="jiaoz" initials="j" lastIdx="0" clrIdx="1083"/>
  <p:cmAuthor id="1085" name="smartuncle" initials="s" lastIdx="0" clrIdx="1084"/>
  <p:cmAuthor id="1086" name="未知用户270" initials="未" lastIdx="0" clrIdx="1085"/>
  <p:cmAuthor id="1087" name="kk" initials="k" lastIdx="0" clrIdx="1086"/>
  <p:cmAuthor id="1088" name="cy" initials="c" lastIdx="0" clrIdx="1087"/>
  <p:cmAuthor id="1089" name="未知用户330" initials="未" lastIdx="0" clrIdx="1088"/>
  <p:cmAuthor id="1090" name="邢绍文" initials="邢" lastIdx="0" clrIdx="1089"/>
  <p:cmAuthor id="1091" name="ccadmin" initials="c" lastIdx="0" clrIdx="1090"/>
  <p:cmAuthor id="1092" name="Nero" initials="N" lastIdx="0" clrIdx="1091"/>
  <p:cmAuthor id="1093" name="yifan song" initials="y" lastIdx="0" clrIdx="1092"/>
  <p:cmAuthor id="1094" name="kang" initials="k" lastIdx="0" clrIdx="1093"/>
  <p:cmAuthor id="1095" name="未知用户345" initials="未" lastIdx="0" clrIdx="1094"/>
  <p:cmAuthor id="1096" name="v15194" initials="v" lastIdx="0" clrIdx="1095"/>
  <p:cmAuthor id="1097" name="莊安君" initials="莊" lastIdx="0" clrIdx="1096"/>
  <p:cmAuthor id="1098" name="未知用户346" initials="未" lastIdx="0" clrIdx="1097"/>
  <p:cmAuthor id="1099" name="陳建璋" initials="陳" lastIdx="0" clrIdx="1098"/>
  <p:cmAuthor id="1100" name="建璋" initials="建" lastIdx="0" clrIdx="1099"/>
  <p:cmAuthor id="1101" name="77482" initials="7" lastIdx="0" clrIdx="1100"/>
  <p:cmAuthor id="1102" name="未知用户265" initials="未" lastIdx="0" clrIdx="1101"/>
  <p:cmAuthor id="1103" name="未知用户267" initials="未" lastIdx="0" clrIdx="1102"/>
  <p:cmAuthor id="1104" name="liuxie" initials="l" lastIdx="0" clrIdx="1103"/>
  <p:cmAuthor id="1105" name="未知用户229" initials="未" lastIdx="0" clrIdx="1104"/>
  <p:cmAuthor id="1106" name="未知用户241" initials="未" lastIdx="0" clrIdx="1105"/>
  <p:cmAuthor id="1107" name="未知用户242" initials="未" lastIdx="0" clrIdx="1106"/>
  <p:cmAuthor id="1108" name="未知用户245" initials="未" lastIdx="0" clrIdx="1107"/>
  <p:cmAuthor id="1109" name="未知用户227" initials="未" lastIdx="0" clrIdx="1108"/>
  <p:cmAuthor id="1110" name="未知用户298" initials="未" lastIdx="0" clrIdx="1109"/>
  <p:cmAuthor id="1111" name="未知用户299" initials="未" lastIdx="0" clrIdx="1110"/>
  <p:cmAuthor id="1112" name="剑全" initials="剑" lastIdx="0" clrIdx="1111"/>
  <p:cmAuthor id="1113" name="未知用户300" initials="未" lastIdx="0" clrIdx="1112"/>
  <p:cmAuthor id="1114" name="未知用户302" initials="未" lastIdx="0" clrIdx="1113"/>
  <p:cmAuthor id="1115" name="未知用户305" initials="未" lastIdx="0" clrIdx="1114"/>
  <p:cmAuthor id="1116" name="未知用户306" initials="未" lastIdx="0" clrIdx="1115"/>
  <p:cmAuthor id="1117" name="未知用户309" initials="未" lastIdx="0" clrIdx="1116"/>
  <p:cmAuthor id="1118" name="許詩婕" initials="許" lastIdx="0" clrIdx="1117"/>
  <p:cmAuthor id="1119" name="未知用户296" initials="未" lastIdx="0" clrIdx="1118"/>
  <p:cmAuthor id="1120" name="高飞" initials="高" lastIdx="0" clrIdx="1119"/>
  <p:cmAuthor id="1121" name="minil" initials="m" lastIdx="0" clrIdx="1120"/>
  <p:cmAuthor id="1122" name="hedaxiaopeng@126.com" initials="h" lastIdx="0" clrIdx="1121"/>
  <p:cmAuthor id="1123" name="15106" initials="1" lastIdx="0" clrIdx="1122"/>
  <p:cmAuthor id="1124" name="bu" initials="b" lastIdx="0" clrIdx="1123"/>
  <p:cmAuthor id="1125" name="赵 璐" initials="赵" lastIdx="0" clrIdx="1124"/>
  <p:cmAuthor id="1126" name="群智集" initials="群" lastIdx="0" clrIdx="1125"/>
  <p:cmAuthor id="1127" name="Zhu, Hawk" initials="Z" lastIdx="0" clrIdx="1126"/>
  <p:cmAuthor id="1128" name="郏 鹏" initials="郏" lastIdx="0" clrIdx="1127"/>
  <p:cmAuthor id="1129" name="tanjp" initials="t" lastIdx="0" clrIdx="1128"/>
  <p:cmAuthor id="1130" name="郏鹏" initials="M" lastIdx="0" clrIdx="1129"/>
  <p:cmAuthor id="1131" name="YS" initials="Y" lastIdx="0" clrIdx="1130"/>
  <p:cmAuthor id="1132" name="黄 晓贤" initials="黄" lastIdx="0" clrIdx="1131"/>
  <p:cmAuthor id="1133" name="wenny" initials="w" lastIdx="0" clrIdx="1132"/>
  <p:cmAuthor id="1134" name="刘海娜|liuhaina" initials="W用" lastIdx="0" clrIdx="1133"/>
  <p:cmAuthor id="1135" name="Ball Snow" initials="BS" lastIdx="0" clrIdx="1134"/>
  <p:cmAuthor id="1136" name="艾启明" initials="A" lastIdx="0" clrIdx="1135"/>
  <p:cmAuthor id="1137" name="Jdi" initials="J" lastIdx="0" clrIdx="1136"/>
  <p:cmAuthor id="1138" name="未知用户337" initials="未" lastIdx="0" clrIdx="1137"/>
  <p:cmAuthor id="1139" name="未知用户239" initials="未" lastIdx="0" clrIdx="1138"/>
  <p:cmAuthor id="1140" name="背锅侠" initials="背" lastIdx="0" clrIdx="1139"/>
  <p:cmAuthor id="1141" name="chenmh" initials="c" lastIdx="0" clrIdx="1140"/>
  <p:cmAuthor id="1142" name="CVTEr" initials="C" lastIdx="0" clrIdx="1141"/>
  <p:cmAuthor id="1143" name="June C" initials="J" lastIdx="0" clrIdx="1142"/>
  <p:cmAuthor id="1144" name="00270" initials="0" lastIdx="0" clrIdx="1143"/>
  <p:cmAuthor id="1145" name="IBM_USER" initials="I" lastIdx="0" clrIdx="1144"/>
  <p:cmAuthor id="1146" name="aa" initials="a" lastIdx="0" clrIdx="1145"/>
  <p:cmAuthor id="1147" name="shinevin liu" initials="s" lastIdx="0" clrIdx="1146"/>
  <p:cmAuthor id="1148" name="Davidpeng" initials="D" lastIdx="0" clrIdx="1147"/>
  <p:cmAuthor id="1149" name="dbc" initials="d" lastIdx="0" clrIdx="1148"/>
  <p:cmAuthor id="1150" name="吴军影" initials="吴" lastIdx="0" clrIdx="1149"/>
  <p:cmAuthor id="1151" name="冯学沛" initials="冯" lastIdx="0" clrIdx="1150"/>
  <p:cmAuthor id="1152" name="杨 超" initials="杨" lastIdx="0" clrIdx="1151"/>
  <p:cmAuthor id="1153" name="sam_cai" initials="s" lastIdx="0" clrIdx="1152"/>
  <p:cmAuthor id="1154" name="00792" initials="0" lastIdx="0" clrIdx="1153"/>
  <p:cmAuthor id="1155" name="Rex" initials="R" lastIdx="0" clrIdx="1154"/>
  <p:cmAuthor id="1156" name="fei ye" initials="fy" lastIdx="0" clrIdx="1155"/>
  <p:cmAuthor id="1157" name="未知的使用者97" initials="未" lastIdx="0" clrIdx="1156"/>
  <p:cmAuthor id="1158" name="Tanshijie (James, Business Development)" initials="T" lastIdx="0" clrIdx="1157"/>
  <p:cmAuthor id="1159" name="Mia Vida Villanueva" initials="M" lastIdx="0" clrIdx="1158"/>
  <p:cmAuthor id="1160" name="GTS" initials="G" lastIdx="0" clrIdx="1159"/>
  <p:cmAuthor id="1161" name="胡杨" initials="胡" lastIdx="0" clrIdx="1160"/>
  <p:cmAuthor id="1162" name="天上飞的kk" initials="天" lastIdx="0" clrIdx="1161"/>
  <p:cmAuthor id="1163" name="空" initials="空" lastIdx="0" clrIdx="1162"/>
  <p:cmAuthor id="1164" name="乃木" initials="乃" lastIdx="0" clrIdx="1163"/>
  <p:cmAuthor id="1165" name="王炎" initials="王" lastIdx="0" clrIdx="1164"/>
  <p:cmAuthor id="1166" name="张义明（阿里钉）_RzM3rIfi" initials="authorId_2796783068" lastIdx="0" clrIdx="1165"/>
  <p:cmAuthor id="1167" name="赵斯思" initials="z" lastIdx="0" clrIdx="1166"/>
  <p:cmAuthor id="1168" name="陶 理" initials="陶" lastIdx="0" clrIdx="1167"/>
  <p:cmAuthor id="1169" name="梁鹏" initials="u" lastIdx="0" clrIdx="1168"/>
  <p:cmAuthor id="1170" name="范 斌" initials="范" lastIdx="0" clrIdx="1169"/>
  <p:cmAuthor id="1171" name="毕邺" initials="党委办公室" lastIdx="0" clrIdx="1170"/>
  <p:cmAuthor id="1172" name="jiaru tiger" initials="jt" lastIdx="0" clrIdx="1171"/>
  <p:cmAuthor id="1173" name="施普希（菜菜）" initials="施" lastIdx="0" clrIdx="1172"/>
  <p:cmAuthor id="1174" name="张 成亚" initials="张" lastIdx="0" clrIdx="1173"/>
  <p:cmAuthor id="1175" name="ZHX" initials="Z" lastIdx="0" clrIdx="1174"/>
  <p:cmAuthor id="1176" name="李敏1392815305" initials="李" lastIdx="0" clrIdx="1175"/>
  <p:cmAuthor id="1177" name="670431497@qq.com" initials="6" lastIdx="0" clrIdx="1176"/>
  <p:cmAuthor id="1178" name="圣祥 戴" initials="圣戴" lastIdx="0" clrIdx="1177"/>
  <p:cmAuthor id="1179" name="陈刘杰" initials="陈" lastIdx="0" clrIdx="1178"/>
  <p:cmAuthor id="1180" name="3533" initials="authorId_1521482978" lastIdx="28" clrIdx="1179"/>
  <p:cmAuthor id="1182" name="小珞_QjMfU7FR" initials="小" lastIdx="0" clrIdx="1181"/>
  <p:cmAuthor id="1183" name="fu_s_" initials="f" lastIdx="0" clrIdx="1182"/>
  <p:cmAuthor id="1184" name="PH04" initials="P" lastIdx="0" clrIdx="1183"/>
  <p:cmAuthor id="1185" name="韦纯英" initials="韦" lastIdx="0" clrIdx="1184"/>
  <p:cmAuthor id="1186" name="崔丽丽" initials="崔" lastIdx="0" clrIdx="1185"/>
  <p:cmAuthor id="1187" name="Deanna Schuler (Bookey Consulting)" initials="D" lastIdx="0" clrIdx="1186"/>
  <p:cmAuthor id="1188" name="Jingjing Chen" initials="cjj" lastIdx="0" clrIdx="1187"/>
  <p:cmAuthor id="1189" name="韩金秀" initials="韩金秀" lastIdx="0" clrIdx="1188"/>
  <p:cmAuthor id="1190" name="梅师奇" initials="梅" lastIdx="0" clrIdx="1189"/>
  <p:cmAuthor id="1191" name="WZM" initials="W" lastIdx="0" clrIdx="1190"/>
  <p:cmAuthor id="1192" name="D03119" initials="D" lastIdx="0" clrIdx="1191"/>
  <p:cmAuthor id="1193" name="apuser" initials="a" lastIdx="0" clrIdx="119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38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数字化率(现状估计)</c:f>
              <c:strCache>
                <c:ptCount val="1"/>
                <c:pt idx="0">
                  <c:v>数字化率（现状估计）</c:v>
                </c:pt>
              </c:strCache>
            </c:strRef>
          </c:tx>
          <c:spPr>
            <a:solidFill>
              <a:srgbClr val="267EE6"/>
            </a:solidFill>
            <a:ln w="0">
              <a:noFill/>
            </a:ln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Data'!$A$2:$A$8</c:f>
              <c:strCache>
                <c:ptCount val="7"/>
                <c:pt idx="0">
                  <c:v>销售管理</c:v>
                </c:pt>
                <c:pt idx="1">
                  <c:v>OA</c:v>
                </c:pt>
                <c:pt idx="2">
                  <c:v>财务管理</c:v>
                </c:pt>
                <c:pt idx="3">
                  <c:v>生产批记录</c:v>
                </c:pt>
                <c:pt idx="4">
                  <c:v>供应商管理</c:v>
                </c:pt>
                <c:pt idx="5">
                  <c:v>文控</c:v>
                </c:pt>
                <c:pt idx="6">
                  <c:v>研发</c:v>
                </c:pt>
              </c:strCache>
            </c:strRef>
          </c:cat>
          <c:val>
            <c:numRef>
              <c:f>'Chart Data'!$B$2:$B$8</c:f>
              <c:numCache>
                <c:formatCode>0%</c:formatCode>
                <c:ptCount val="7"/>
                <c:pt idx="0">
                  <c:v>0.9</c:v>
                </c:pt>
                <c:pt idx="1">
                  <c:v>0.6</c:v>
                </c:pt>
                <c:pt idx="2">
                  <c:v>0.8</c:v>
                </c:pt>
                <c:pt idx="3" c:formatCode="General">
                  <c:v>0</c:v>
                </c:pt>
                <c:pt idx="4">
                  <c:v>0.1</c:v>
                </c:pt>
                <c:pt idx="5">
                  <c:v>0.3</c:v>
                </c:pt>
                <c:pt idx="6">
                  <c:v>0.1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7CBDE3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1" i="0" u="none" strike="noStrike" kern="1200" baseline="0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w="9525">
              <a:solidFill>
                <a:srgbClr val="EDF2F7"/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0.2"/>
      </c:valAx>
      <c:spPr>
        <a:noFill/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cb2d8e21-239d-425c-81c0-783db4635774}"/>
      </c:ext>
    </c:extLst>
  </c:chart>
  <c:spPr>
    <a:noFill/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：集团数字化负责人本次提供的业务现状及估计数字化率。研发10%，Excel和Word文件分散于个人电脑。文控30%，文件存放公盘。供应商管理10%，使用Excel。生产批记录0%，纸质存档。财务80%，ERP管理大部分财务数据，跨部门沟通仍需打印为纸质材料。OA协同60%，钉钉承担部分数据收集和审批，部分数据不对外开放且部分OA工作依赖纸质。销售80%，DMS管理经销商但无法与其他系统交换数据。以上比例为集团提供的现状估计，未据此计算集团整体数字化率。图表为原生可编辑图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根据用户提供的数字化系统总览图重新排版。上方六项业务价值采用与下方系统模块一致的浅色标题栏、白色内容区、细蓝色边框。集团数据汇总文字水平与垂直居中。整体保持原模板蓝白品牌、企业标志、系统名称、功能说明和自研状态。浅蓝色连接线表示集团数据汇总与系统的关联示意，不表示所有接口均已实施完成。设备管理系统及OA管理系统保持自研规划标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buNone/>
            </a:pPr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256939" y="1778438"/>
            <a:ext cx="4897576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2400" b="0" i="0" u="none" kern="1200" cap="none" spc="0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buNone/>
            </a:pPr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256939" y="1778438"/>
            <a:ext cx="4897576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日期占位符 1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2400" b="0" i="0" u="none" kern="1200" cap="none" spc="0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365125"/>
            <a:ext cx="14020800" cy="1325563"/>
          </a:xfrm>
        </p:spPr>
        <p:txBody>
          <a:bodyPr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idx="2"/>
          </p:nvPr>
        </p:nvSpPr>
        <p:spPr>
          <a:xfrm>
            <a:off x="1117600" y="6356350"/>
            <a:ext cx="36576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idx="3"/>
          </p:nvPr>
        </p:nvSpPr>
        <p:spPr>
          <a:xfrm>
            <a:off x="5384800" y="6356350"/>
            <a:ext cx="54864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idx="4"/>
          </p:nvPr>
        </p:nvSpPr>
        <p:spPr>
          <a:xfrm>
            <a:off x="11480800" y="6356350"/>
            <a:ext cx="36576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buNone/>
            </a:pPr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256939" y="1778438"/>
            <a:ext cx="4897576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2400" b="0" i="0" u="none" kern="1200" cap="none" spc="0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5" y="2130427"/>
            <a:ext cx="10363200" cy="1470025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8" y="3886200"/>
            <a:ext cx="8534400" cy="17526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5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91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34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6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815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defTabSz="933450">
              <a:buFont typeface="Arial" panose="020B0604020202020204"/>
              <a:buNone/>
              <a:defRPr sz="1825">
                <a:solidFill>
                  <a:srgbClr val="FFFFFF"/>
                </a:solidFill>
              </a:defRPr>
            </a:lvl1pPr>
          </a:lstStyle>
          <a:p>
            <a:pPr marL="0" marR="0" lvl="0" indent="0" algn="l" defTabSz="9334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25" b="0" i="0" u="none" kern="1200" cap="none" spc="0" baseline="0">
              <a:ln>
                <a:noFill/>
              </a:ln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defTabSz="933450">
              <a:buFont typeface="Arial" panose="020B0604020202020204"/>
              <a:buNone/>
              <a:defRPr sz="1825">
                <a:solidFill>
                  <a:srgbClr val="FFFFFF"/>
                </a:solidFill>
              </a:defRPr>
            </a:lvl1pPr>
          </a:lstStyle>
          <a:p>
            <a:pPr marL="0" marR="0" lvl="0" indent="0" algn="l" defTabSz="9334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25" b="0" i="0" u="none" kern="1200" cap="none" spc="0" baseline="0">
              <a:ln>
                <a:noFill/>
              </a:ln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t"/>
          <a:lstStyle>
            <a:lvl1pPr defTabSz="933450">
              <a:buNone/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334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365125"/>
            <a:ext cx="14020800" cy="1325563"/>
          </a:xfrm>
        </p:spPr>
        <p:txBody>
          <a:bodyPr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2"/>
          </p:nvPr>
        </p:nvSpPr>
        <p:spPr>
          <a:xfrm>
            <a:off x="1117600" y="6356350"/>
            <a:ext cx="36576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3"/>
          </p:nvPr>
        </p:nvSpPr>
        <p:spPr>
          <a:xfrm>
            <a:off x="5384800" y="6356350"/>
            <a:ext cx="5486400" cy="365125"/>
          </a:xfrm>
        </p:spPr>
        <p:txBody>
          <a:bodyPr/>
          <a:lstStyle>
            <a:lvl1pPr>
              <a:buFont typeface="Arial" panose="020B0604020202020204"/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4"/>
          </p:nvPr>
        </p:nvSpPr>
        <p:spPr>
          <a:xfrm>
            <a:off x="11480800" y="6356350"/>
            <a:ext cx="3657600" cy="365125"/>
          </a:xfrm>
        </p:spPr>
        <p:txBody>
          <a:bodyPr vert="horz" wrap="square" lIns="91440" tIns="45720" rIns="91440" bIns="45720" anchor="t"/>
          <a:lstStyle>
            <a:lvl1pPr>
              <a:buNone/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17" name="页脚占位符 1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18" name="灯片编号占位符 1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/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内容占位符 6"/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4">
    <p:spTree>
      <p:nvGrpSpPr>
        <p:cNvPr id="1" name=""/>
        <p:cNvGrpSpPr/>
        <p:nvPr/>
      </p:nvGrpSpPr>
      <p:grpSpPr/>
      <p:sp>
        <p:nvSpPr>
          <p:cNvPr id="9" name="Freeform: Shape 8"/>
          <p:cNvSpPr>
            <a:spLocks noGrp="1"/>
          </p:cNvSpPr>
          <p:nvPr/>
        </p:nvSpPr>
        <p:spPr>
          <a:xfrm>
            <a:off x="0" y="0"/>
            <a:ext cx="5896634" cy="6857999"/>
          </a:xfrm>
          <a:custGeom>
            <a:avLst/>
            <a:gdLst>
              <a:gd name="connsiteX0" fmla="*/ 0 w 5896634"/>
              <a:gd name="connsiteY0" fmla="*/ 0 h 6857999"/>
              <a:gd name="connsiteX1" fmla="*/ 3531045 w 5896634"/>
              <a:gd name="connsiteY1" fmla="*/ 0 h 6857999"/>
              <a:gd name="connsiteX2" fmla="*/ 5584000 w 5896634"/>
              <a:gd name="connsiteY2" fmla="*/ 2052956 h 6857999"/>
              <a:gd name="connsiteX3" fmla="*/ 5584000 w 5896634"/>
              <a:gd name="connsiteY3" fmla="*/ 3562487 h 6857999"/>
              <a:gd name="connsiteX4" fmla="*/ 2288488 w 5896634"/>
              <a:gd name="connsiteY4" fmla="*/ 6857999 h 6857999"/>
              <a:gd name="connsiteX5" fmla="*/ 0 w 5896634"/>
              <a:gd name="connsiteY5" fmla="*/ 6857999 h 6857999"/>
            </a:gdLst>
            <a:ahLst/>
            <a:cxnLst/>
            <a:rect l="l" t="t" r="r" b="b"/>
            <a:pathLst>
              <a:path w="5896634" h="6857999">
                <a:moveTo>
                  <a:pt x="0" y="0"/>
                </a:moveTo>
                <a:lnTo>
                  <a:pt x="3531045" y="0"/>
                </a:lnTo>
                <a:lnTo>
                  <a:pt x="5584000" y="2052956"/>
                </a:lnTo>
                <a:cubicBezTo>
                  <a:pt x="6000846" y="2469801"/>
                  <a:pt x="6000846" y="3145640"/>
                  <a:pt x="5584000" y="3562487"/>
                </a:cubicBezTo>
                <a:lnTo>
                  <a:pt x="2288488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0" name="Freeform: Shape 9"/>
          <p:cNvSpPr>
            <a:spLocks noGrp="1"/>
          </p:cNvSpPr>
          <p:nvPr/>
        </p:nvSpPr>
        <p:spPr>
          <a:xfrm rot="10800000">
            <a:off x="0" y="0"/>
            <a:ext cx="12192001" cy="6858000"/>
          </a:xfrm>
          <a:custGeom>
            <a:avLst/>
            <a:gdLst>
              <a:gd name="connsiteX0" fmla="*/ 2333173 w 3585029"/>
              <a:gd name="connsiteY0" fmla="*/ 0 h 6858000"/>
              <a:gd name="connsiteX1" fmla="*/ 3585029 w 3585029"/>
              <a:gd name="connsiteY1" fmla="*/ 0 h 6858000"/>
              <a:gd name="connsiteX2" fmla="*/ 1251856 w 3585029"/>
              <a:gd name="connsiteY2" fmla="*/ 6858000 h 6858000"/>
              <a:gd name="connsiteX3" fmla="*/ 0 w 3585029"/>
              <a:gd name="connsiteY3" fmla="*/ 6858000 h 6858000"/>
            </a:gdLst>
            <a:ahLst/>
            <a:cxnLst/>
            <a:rect l="l" t="t" r="r" b="b"/>
            <a:pathLst>
              <a:path w="3585029" h="6858000">
                <a:moveTo>
                  <a:pt x="2333173" y="0"/>
                </a:moveTo>
                <a:lnTo>
                  <a:pt x="3585029" y="0"/>
                </a:lnTo>
                <a:lnTo>
                  <a:pt x="125185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Freeform: Shape 10"/>
          <p:cNvSpPr>
            <a:spLocks noGrp="1"/>
          </p:cNvSpPr>
          <p:nvPr/>
        </p:nvSpPr>
        <p:spPr>
          <a:xfrm>
            <a:off x="0" y="820396"/>
            <a:ext cx="6295368" cy="6037603"/>
          </a:xfrm>
          <a:custGeom>
            <a:avLst/>
            <a:gdLst>
              <a:gd name="connsiteX0" fmla="*/ 0 w 6634344"/>
              <a:gd name="connsiteY0" fmla="*/ 0 h 6362700"/>
              <a:gd name="connsiteX1" fmla="*/ 2434781 w 6634344"/>
              <a:gd name="connsiteY1" fmla="*/ 0 h 6362700"/>
              <a:gd name="connsiteX2" fmla="*/ 6283435 w 6634344"/>
              <a:gd name="connsiteY2" fmla="*/ 3848654 h 6362700"/>
              <a:gd name="connsiteX3" fmla="*/ 6283435 w 6634344"/>
              <a:gd name="connsiteY3" fmla="*/ 5542996 h 6362700"/>
              <a:gd name="connsiteX4" fmla="*/ 5463731 w 6634344"/>
              <a:gd name="connsiteY4" fmla="*/ 6362700 h 6362700"/>
              <a:gd name="connsiteX5" fmla="*/ 0 w 6634344"/>
              <a:gd name="connsiteY5" fmla="*/ 6362700 h 6362700"/>
            </a:gdLst>
            <a:ahLst/>
            <a:cxnLst/>
            <a:rect l="l" t="t" r="r" b="b"/>
            <a:pathLst>
              <a:path w="6634344" h="6362700">
                <a:moveTo>
                  <a:pt x="0" y="0"/>
                </a:moveTo>
                <a:lnTo>
                  <a:pt x="2434781" y="0"/>
                </a:lnTo>
                <a:lnTo>
                  <a:pt x="6283435" y="3848654"/>
                </a:lnTo>
                <a:cubicBezTo>
                  <a:pt x="6751314" y="4316533"/>
                  <a:pt x="6751314" y="5075115"/>
                  <a:pt x="6283435" y="5542996"/>
                </a:cubicBezTo>
                <a:lnTo>
                  <a:pt x="5463731" y="6362700"/>
                </a:lnTo>
                <a:lnTo>
                  <a:pt x="0" y="6362700"/>
                </a:lnTo>
                <a:close/>
              </a:path>
            </a:pathLst>
          </a:custGeom>
          <a:gradFill rotWithShape="1">
            <a:gsLst>
              <a:gs pos="100000">
                <a:schemeClr val="accent1">
                  <a:lumMod val="50000"/>
                </a:schemeClr>
              </a:gs>
              <a:gs pos="0">
                <a:srgbClr val="D1D1E1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8" name="Picture Placeholder 7"/>
          <p:cNvSpPr>
            <a:spLocks noGrp="1"/>
          </p:cNvSpPr>
          <p:nvPr>
            <p:ph type="pic" idx="10"/>
          </p:nvPr>
        </p:nvSpPr>
        <p:spPr>
          <a:xfrm>
            <a:off x="0" y="2"/>
            <a:ext cx="5383244" cy="6857999"/>
          </a:xfrm>
          <a:custGeom>
            <a:avLst/>
            <a:gdLst>
              <a:gd name="connsiteX0" fmla="*/ 0 w 5383244"/>
              <a:gd name="connsiteY0" fmla="*/ 0 h 6857999"/>
              <a:gd name="connsiteX1" fmla="*/ 2316626 w 5383244"/>
              <a:gd name="connsiteY1" fmla="*/ 0 h 6857999"/>
              <a:gd name="connsiteX2" fmla="*/ 5127002 w 5383244"/>
              <a:gd name="connsiteY2" fmla="*/ 2810376 h 6857999"/>
              <a:gd name="connsiteX3" fmla="*/ 5127002 w 5383244"/>
              <a:gd name="connsiteY3" fmla="*/ 4047623 h 6857999"/>
              <a:gd name="connsiteX4" fmla="*/ 2316626 w 5383244"/>
              <a:gd name="connsiteY4" fmla="*/ 6857999 h 6857999"/>
              <a:gd name="connsiteX5" fmla="*/ 0 w 5383244"/>
              <a:gd name="connsiteY5" fmla="*/ 6857999 h 6857999"/>
            </a:gdLst>
            <a:ahLst/>
            <a:cxnLst/>
            <a:rect l="l" t="t" r="r" b="b"/>
            <a:pathLst>
              <a:path w="5383244" h="6857999">
                <a:moveTo>
                  <a:pt x="0" y="0"/>
                </a:moveTo>
                <a:lnTo>
                  <a:pt x="2316626" y="0"/>
                </a:lnTo>
                <a:lnTo>
                  <a:pt x="5127002" y="2810376"/>
                </a:lnTo>
                <a:cubicBezTo>
                  <a:pt x="5468658" y="3152032"/>
                  <a:pt x="5468658" y="3705966"/>
                  <a:pt x="5127002" y="4047623"/>
                </a:cubicBezTo>
                <a:lnTo>
                  <a:pt x="2316626" y="6857999"/>
                </a:lnTo>
                <a:lnTo>
                  <a:pt x="0" y="685799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箭头: 五边形 50"/>
          <p:cNvSpPr>
            <a:spLocks noGrp="1"/>
          </p:cNvSpPr>
          <p:nvPr/>
        </p:nvSpPr>
        <p:spPr>
          <a:xfrm rot="10800000" flipH="1" flipV="1">
            <a:off x="603333" y="318325"/>
            <a:ext cx="381636" cy="327641"/>
          </a:xfrm>
          <a:prstGeom prst="homePlate">
            <a:avLst/>
          </a:prstGeom>
          <a:noFill/>
          <a:ln w="38100" cmpd="sng">
            <a:solidFill>
              <a:srgbClr val="023892"/>
            </a:solidFill>
            <a:prstDash val="sysDot"/>
          </a:ln>
        </p:spPr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0" name="箭头: 五边形 51"/>
          <p:cNvSpPr>
            <a:spLocks noGrp="1"/>
          </p:cNvSpPr>
          <p:nvPr/>
        </p:nvSpPr>
        <p:spPr>
          <a:xfrm rot="10800000" flipH="1" flipV="1">
            <a:off x="984970" y="300248"/>
            <a:ext cx="446362" cy="360000"/>
          </a:xfrm>
          <a:prstGeom prst="homePlate">
            <a:avLst/>
          </a:prstGeom>
          <a:solidFill>
            <a:srgbClr val="023892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buNone/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7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590" y="206375"/>
            <a:ext cx="2161540" cy="50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buNone/>
              <a:defRPr sz="5000" spc="200" baseline="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 algn="l">
              <a:buNone/>
              <a:defRPr/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>
            <a:spLocks noGrp="1"/>
          </p:cNvSpPr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buNone/>
              <a:defRPr sz="5000" b="0" spc="200" baseline="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8" name="Straight Connector 7"/>
          <p:cNvSpPr>
            <a:spLocks noGrp="1"/>
          </p:cNvSpPr>
          <p:nvPr/>
        </p:nv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kern="1200" cap="none" baseline="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>
              <a:lnSpc>
                <a:spcPct val="90000"/>
              </a:lnSpc>
              <a:spcBef>
                <a:spcPts val="1800"/>
              </a:spcBef>
              <a:buNone/>
            </a:pPr>
            <a: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buNone/>
              <a:defRPr sz="4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buNone/>
              <a:defRPr sz="5000" spc="200" baseline="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单击图标添加图片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8" name="Straight Connector 7"/>
          <p:cNvSpPr>
            <a:spLocks noGrp="1"/>
          </p:cNvSpPr>
          <p:nvPr/>
        </p:nv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Straight Connector 6"/>
          <p:cNvSpPr>
            <a:spLocks noGrp="1"/>
          </p:cNvSpPr>
          <p:nvPr/>
        </p:nv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箭头: 五边形 50"/>
          <p:cNvSpPr>
            <a:spLocks noGrp="1"/>
          </p:cNvSpPr>
          <p:nvPr/>
        </p:nvSpPr>
        <p:spPr>
          <a:xfrm rot="10800000" flipH="1" flipV="1">
            <a:off x="603333" y="318325"/>
            <a:ext cx="381636" cy="327641"/>
          </a:xfrm>
          <a:prstGeom prst="homePlate">
            <a:avLst/>
          </a:prstGeom>
          <a:noFill/>
          <a:ln w="38100" cmpd="sng">
            <a:solidFill>
              <a:srgbClr val="023892"/>
            </a:solidFill>
            <a:prstDash val="sysDot"/>
          </a:ln>
        </p:spPr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0" name="箭头: 五边形 51"/>
          <p:cNvSpPr>
            <a:spLocks noGrp="1"/>
          </p:cNvSpPr>
          <p:nvPr/>
        </p:nvSpPr>
        <p:spPr>
          <a:xfrm rot="10800000" flipH="1" flipV="1">
            <a:off x="984970" y="300248"/>
            <a:ext cx="446362" cy="360000"/>
          </a:xfrm>
          <a:prstGeom prst="homePlate">
            <a:avLst/>
          </a:prstGeom>
          <a:solidFill>
            <a:srgbClr val="023892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buNone/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7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590" y="206375"/>
            <a:ext cx="2161540" cy="50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/>
      <p:sp>
        <p:nvSpPr>
          <p:cNvPr id="9" name="箭头: 五边形 50"/>
          <p:cNvSpPr>
            <a:spLocks noGrp="1"/>
          </p:cNvSpPr>
          <p:nvPr/>
        </p:nvSpPr>
        <p:spPr>
          <a:xfrm rot="10800000" flipH="1" flipV="1">
            <a:off x="603333" y="318325"/>
            <a:ext cx="381636" cy="327641"/>
          </a:xfrm>
          <a:prstGeom prst="homePlate">
            <a:avLst/>
          </a:prstGeom>
          <a:noFill/>
          <a:ln w="38100" cmpd="sng">
            <a:solidFill>
              <a:srgbClr val="023892"/>
            </a:solidFill>
            <a:prstDash val="sysDot"/>
          </a:ln>
        </p:spPr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0" name="箭头: 五边形 51"/>
          <p:cNvSpPr>
            <a:spLocks noGrp="1"/>
          </p:cNvSpPr>
          <p:nvPr/>
        </p:nvSpPr>
        <p:spPr>
          <a:xfrm rot="10800000" flipH="1" flipV="1">
            <a:off x="984970" y="300248"/>
            <a:ext cx="446362" cy="360000"/>
          </a:xfrm>
          <a:prstGeom prst="homePlate">
            <a:avLst/>
          </a:prstGeom>
          <a:solidFill>
            <a:srgbClr val="023892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buNone/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4" name="Freeform: Shape 44"/>
          <p:cNvSpPr>
            <a:spLocks noGrp="1"/>
          </p:cNvSpPr>
          <p:nvPr/>
        </p:nvSpPr>
        <p:spPr>
          <a:xfrm>
            <a:off x="1" y="3354056"/>
            <a:ext cx="4857898" cy="3503946"/>
          </a:xfrm>
          <a:custGeom>
            <a:avLst/>
            <a:gdLst>
              <a:gd name="connsiteX0" fmla="*/ 1467469 w 3428779"/>
              <a:gd name="connsiteY0" fmla="*/ 0 h 2473139"/>
              <a:gd name="connsiteX1" fmla="*/ 3428779 w 3428779"/>
              <a:gd name="connsiteY1" fmla="*/ 1961310 h 2473139"/>
              <a:gd name="connsiteX2" fmla="*/ 3388932 w 3428779"/>
              <a:gd name="connsiteY2" fmla="*/ 2356583 h 2473139"/>
              <a:gd name="connsiteX3" fmla="*/ 3358963 w 3428779"/>
              <a:gd name="connsiteY3" fmla="*/ 2473139 h 2473139"/>
              <a:gd name="connsiteX4" fmla="*/ 2402767 w 3428779"/>
              <a:gd name="connsiteY4" fmla="*/ 2473139 h 2473139"/>
              <a:gd name="connsiteX5" fmla="*/ 2404968 w 3428779"/>
              <a:gd name="connsiteY5" fmla="*/ 2469516 h 2473139"/>
              <a:gd name="connsiteX6" fmla="*/ 2533650 w 3428779"/>
              <a:gd name="connsiteY6" fmla="*/ 1961310 h 2473139"/>
              <a:gd name="connsiteX7" fmla="*/ 1467469 w 3428779"/>
              <a:gd name="connsiteY7" fmla="*/ 895129 h 2473139"/>
              <a:gd name="connsiteX8" fmla="*/ 401288 w 3428779"/>
              <a:gd name="connsiteY8" fmla="*/ 1961310 h 2473139"/>
              <a:gd name="connsiteX9" fmla="*/ 529970 w 3428779"/>
              <a:gd name="connsiteY9" fmla="*/ 2469516 h 2473139"/>
              <a:gd name="connsiteX10" fmla="*/ 532172 w 3428779"/>
              <a:gd name="connsiteY10" fmla="*/ 2473139 h 2473139"/>
              <a:gd name="connsiteX11" fmla="*/ 0 w 3428779"/>
              <a:gd name="connsiteY11" fmla="*/ 2473139 h 2473139"/>
              <a:gd name="connsiteX12" fmla="*/ 0 w 3428779"/>
              <a:gd name="connsiteY12" fmla="*/ 663151 h 2473139"/>
              <a:gd name="connsiteX13" fmla="*/ 80613 w 3428779"/>
              <a:gd name="connsiteY13" fmla="*/ 574455 h 2473139"/>
              <a:gd name="connsiteX14" fmla="*/ 1467469 w 3428779"/>
              <a:gd name="connsiteY14" fmla="*/ 0 h 2473139"/>
            </a:gdLst>
            <a:ahLst/>
            <a:cxnLst/>
            <a:rect l="l" t="t" r="r" b="b"/>
            <a:pathLst>
              <a:path w="3428779" h="2473139">
                <a:moveTo>
                  <a:pt x="1467469" y="0"/>
                </a:moveTo>
                <a:cubicBezTo>
                  <a:pt x="2550671" y="0"/>
                  <a:pt x="3428779" y="878108"/>
                  <a:pt x="3428779" y="1961310"/>
                </a:cubicBezTo>
                <a:cubicBezTo>
                  <a:pt x="3428779" y="2096711"/>
                  <a:pt x="3415059" y="2228906"/>
                  <a:pt x="3388932" y="2356583"/>
                </a:cubicBezTo>
                <a:lnTo>
                  <a:pt x="3358963" y="2473139"/>
                </a:lnTo>
                <a:lnTo>
                  <a:pt x="2402767" y="2473139"/>
                </a:lnTo>
                <a:lnTo>
                  <a:pt x="2404968" y="2469516"/>
                </a:lnTo>
                <a:cubicBezTo>
                  <a:pt x="2487034" y="2318445"/>
                  <a:pt x="2533650" y="2145322"/>
                  <a:pt x="2533650" y="1961310"/>
                </a:cubicBezTo>
                <a:cubicBezTo>
                  <a:pt x="2533650" y="1372474"/>
                  <a:pt x="2056305" y="895129"/>
                  <a:pt x="1467469" y="895129"/>
                </a:cubicBezTo>
                <a:cubicBezTo>
                  <a:pt x="878633" y="895129"/>
                  <a:pt x="401288" y="1372474"/>
                  <a:pt x="401288" y="1961310"/>
                </a:cubicBezTo>
                <a:cubicBezTo>
                  <a:pt x="401288" y="2145322"/>
                  <a:pt x="447904" y="2318445"/>
                  <a:pt x="529970" y="2469516"/>
                </a:cubicBezTo>
                <a:lnTo>
                  <a:pt x="532172" y="2473139"/>
                </a:lnTo>
                <a:lnTo>
                  <a:pt x="0" y="2473139"/>
                </a:lnTo>
                <a:lnTo>
                  <a:pt x="0" y="663151"/>
                </a:lnTo>
                <a:lnTo>
                  <a:pt x="80613" y="574455"/>
                </a:lnTo>
                <a:cubicBezTo>
                  <a:pt x="435541" y="219527"/>
                  <a:pt x="925868" y="0"/>
                  <a:pt x="1467469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17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590" y="206375"/>
            <a:ext cx="2161540" cy="50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1305719" y="1047540"/>
            <a:ext cx="2163195" cy="157954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lnSpc>
                <a:spcPct val="150000"/>
              </a:lnSpc>
              <a:buNone/>
            </a:pP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版权声明</a:t>
            </a:r>
            <a:b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感谢您下载平台上提供的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作品，为了您和熊猫办公以及原创作者的利益，请勿复制、传播、销售，否则将承担法律责任！熊猫办公将对作品进行维权，按照传播下载次数进行十倍的索取赔偿！</a:t>
            </a:r>
            <a:b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在熊猫办公出售的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模板是免版税类（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RF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Royalty-Free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）正版受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中国人民共和国著作法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世界版权公约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的保护，作品的所有权、版权和著作权归熊猫办公所有，您下载的是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模板素材的使用权。</a:t>
            </a:r>
            <a:b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不得将熊猫办公的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模板、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素材，本身用于再出售，或者出租、出借、转让、分销、发布或者作为礼物供他人使用，不得转授权、出卖、转让本协议或者本协议中的权利。</a:t>
            </a:r>
            <a:b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sz="1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/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08400" y="608400"/>
            <a:ext cx="7071776" cy="7056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4">
    <p:spTree>
      <p:nvGrpSpPr>
        <p:cNvPr id="1" name=""/>
        <p:cNvGrpSpPr/>
        <p:nvPr/>
      </p:nvGrpSpPr>
      <p:grpSpPr/>
      <p:sp>
        <p:nvSpPr>
          <p:cNvPr id="10" name="Freeform: Shape 9"/>
          <p:cNvSpPr>
            <a:spLocks noGrp="1"/>
          </p:cNvSpPr>
          <p:nvPr/>
        </p:nvSpPr>
        <p:spPr>
          <a:xfrm rot="10800000">
            <a:off x="0" y="0"/>
            <a:ext cx="12192001" cy="6858000"/>
          </a:xfrm>
          <a:custGeom>
            <a:avLst/>
            <a:gdLst>
              <a:gd name="connsiteX0" fmla="*/ 2333173 w 3585029"/>
              <a:gd name="connsiteY0" fmla="*/ 0 h 6858000"/>
              <a:gd name="connsiteX1" fmla="*/ 3585029 w 3585029"/>
              <a:gd name="connsiteY1" fmla="*/ 0 h 6858000"/>
              <a:gd name="connsiteX2" fmla="*/ 1251856 w 3585029"/>
              <a:gd name="connsiteY2" fmla="*/ 6858000 h 6858000"/>
              <a:gd name="connsiteX3" fmla="*/ 0 w 3585029"/>
              <a:gd name="connsiteY3" fmla="*/ 6858000 h 6858000"/>
            </a:gdLst>
            <a:ahLst/>
            <a:cxnLst/>
            <a:rect l="l" t="t" r="r" b="b"/>
            <a:pathLst>
              <a:path w="3585029" h="6858000">
                <a:moveTo>
                  <a:pt x="2333173" y="0"/>
                </a:moveTo>
                <a:lnTo>
                  <a:pt x="3585029" y="0"/>
                </a:lnTo>
                <a:lnTo>
                  <a:pt x="125185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9" name="Freeform: Shape 8"/>
          <p:cNvSpPr>
            <a:spLocks noGrp="1"/>
          </p:cNvSpPr>
          <p:nvPr/>
        </p:nvSpPr>
        <p:spPr>
          <a:xfrm>
            <a:off x="0" y="0"/>
            <a:ext cx="5896634" cy="6857999"/>
          </a:xfrm>
          <a:custGeom>
            <a:avLst/>
            <a:gdLst>
              <a:gd name="connsiteX0" fmla="*/ 0 w 5896634"/>
              <a:gd name="connsiteY0" fmla="*/ 0 h 6857999"/>
              <a:gd name="connsiteX1" fmla="*/ 3531045 w 5896634"/>
              <a:gd name="connsiteY1" fmla="*/ 0 h 6857999"/>
              <a:gd name="connsiteX2" fmla="*/ 5584000 w 5896634"/>
              <a:gd name="connsiteY2" fmla="*/ 2052956 h 6857999"/>
              <a:gd name="connsiteX3" fmla="*/ 5584000 w 5896634"/>
              <a:gd name="connsiteY3" fmla="*/ 3562487 h 6857999"/>
              <a:gd name="connsiteX4" fmla="*/ 2288488 w 5896634"/>
              <a:gd name="connsiteY4" fmla="*/ 6857999 h 6857999"/>
              <a:gd name="connsiteX5" fmla="*/ 0 w 5896634"/>
              <a:gd name="connsiteY5" fmla="*/ 6857999 h 6857999"/>
            </a:gdLst>
            <a:ahLst/>
            <a:cxnLst/>
            <a:rect l="l" t="t" r="r" b="b"/>
            <a:pathLst>
              <a:path w="5896634" h="6857999">
                <a:moveTo>
                  <a:pt x="0" y="0"/>
                </a:moveTo>
                <a:lnTo>
                  <a:pt x="3531045" y="0"/>
                </a:lnTo>
                <a:lnTo>
                  <a:pt x="5584000" y="2052956"/>
                </a:lnTo>
                <a:cubicBezTo>
                  <a:pt x="6000846" y="2469801"/>
                  <a:pt x="6000846" y="3145640"/>
                  <a:pt x="5584000" y="3562487"/>
                </a:cubicBezTo>
                <a:lnTo>
                  <a:pt x="2288488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Freeform: Shape 10"/>
          <p:cNvSpPr>
            <a:spLocks noGrp="1"/>
          </p:cNvSpPr>
          <p:nvPr/>
        </p:nvSpPr>
        <p:spPr>
          <a:xfrm>
            <a:off x="0" y="847781"/>
            <a:ext cx="6295368" cy="6037603"/>
          </a:xfrm>
          <a:custGeom>
            <a:avLst/>
            <a:gdLst>
              <a:gd name="connsiteX0" fmla="*/ 0 w 6634344"/>
              <a:gd name="connsiteY0" fmla="*/ 0 h 6362700"/>
              <a:gd name="connsiteX1" fmla="*/ 2434781 w 6634344"/>
              <a:gd name="connsiteY1" fmla="*/ 0 h 6362700"/>
              <a:gd name="connsiteX2" fmla="*/ 6283435 w 6634344"/>
              <a:gd name="connsiteY2" fmla="*/ 3848654 h 6362700"/>
              <a:gd name="connsiteX3" fmla="*/ 6283435 w 6634344"/>
              <a:gd name="connsiteY3" fmla="*/ 5542996 h 6362700"/>
              <a:gd name="connsiteX4" fmla="*/ 5463731 w 6634344"/>
              <a:gd name="connsiteY4" fmla="*/ 6362700 h 6362700"/>
              <a:gd name="connsiteX5" fmla="*/ 0 w 6634344"/>
              <a:gd name="connsiteY5" fmla="*/ 6362700 h 6362700"/>
            </a:gdLst>
            <a:ahLst/>
            <a:cxnLst/>
            <a:rect l="l" t="t" r="r" b="b"/>
            <a:pathLst>
              <a:path w="6634344" h="6362700">
                <a:moveTo>
                  <a:pt x="0" y="0"/>
                </a:moveTo>
                <a:lnTo>
                  <a:pt x="2434781" y="0"/>
                </a:lnTo>
                <a:lnTo>
                  <a:pt x="6283435" y="3848654"/>
                </a:lnTo>
                <a:cubicBezTo>
                  <a:pt x="6751314" y="4316533"/>
                  <a:pt x="6751314" y="5075115"/>
                  <a:pt x="6283435" y="5542996"/>
                </a:cubicBezTo>
                <a:lnTo>
                  <a:pt x="5463731" y="6362700"/>
                </a:lnTo>
                <a:lnTo>
                  <a:pt x="0" y="6362700"/>
                </a:lnTo>
                <a:close/>
              </a:path>
            </a:pathLst>
          </a:custGeom>
          <a:gradFill rotWithShape="1">
            <a:gsLst>
              <a:gs pos="100000">
                <a:schemeClr val="accent1">
                  <a:lumMod val="50000"/>
                </a:schemeClr>
              </a:gs>
              <a:gs pos="0">
                <a:srgbClr val="D1D1E1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8" name="Picture Placeholder 7"/>
          <p:cNvSpPr>
            <a:spLocks noGrp="1"/>
          </p:cNvSpPr>
          <p:nvPr>
            <p:ph type="pic" idx="10"/>
          </p:nvPr>
        </p:nvSpPr>
        <p:spPr>
          <a:xfrm>
            <a:off x="0" y="2"/>
            <a:ext cx="5383244" cy="6857999"/>
          </a:xfrm>
          <a:custGeom>
            <a:avLst/>
            <a:gdLst>
              <a:gd name="connsiteX0" fmla="*/ 0 w 5383244"/>
              <a:gd name="connsiteY0" fmla="*/ 0 h 6857999"/>
              <a:gd name="connsiteX1" fmla="*/ 2316626 w 5383244"/>
              <a:gd name="connsiteY1" fmla="*/ 0 h 6857999"/>
              <a:gd name="connsiteX2" fmla="*/ 5127002 w 5383244"/>
              <a:gd name="connsiteY2" fmla="*/ 2810376 h 6857999"/>
              <a:gd name="connsiteX3" fmla="*/ 5127002 w 5383244"/>
              <a:gd name="connsiteY3" fmla="*/ 4047623 h 6857999"/>
              <a:gd name="connsiteX4" fmla="*/ 2316626 w 5383244"/>
              <a:gd name="connsiteY4" fmla="*/ 6857999 h 6857999"/>
              <a:gd name="connsiteX5" fmla="*/ 0 w 5383244"/>
              <a:gd name="connsiteY5" fmla="*/ 6857999 h 6857999"/>
            </a:gdLst>
            <a:ahLst/>
            <a:cxnLst/>
            <a:rect l="l" t="t" r="r" b="b"/>
            <a:pathLst>
              <a:path w="5383244" h="6857999">
                <a:moveTo>
                  <a:pt x="0" y="0"/>
                </a:moveTo>
                <a:lnTo>
                  <a:pt x="2316626" y="0"/>
                </a:lnTo>
                <a:lnTo>
                  <a:pt x="5127002" y="2810376"/>
                </a:lnTo>
                <a:cubicBezTo>
                  <a:pt x="5468658" y="3152032"/>
                  <a:pt x="5468658" y="3705966"/>
                  <a:pt x="5127002" y="4047623"/>
                </a:cubicBezTo>
                <a:lnTo>
                  <a:pt x="2316626" y="6857999"/>
                </a:lnTo>
                <a:lnTo>
                  <a:pt x="0" y="685799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buNone/>
              <a:defRPr sz="1200"/>
            </a:lvl1pPr>
          </a:lstStyle>
          <a:p/>
        </p:txBody>
      </p:sp>
      <p:pic>
        <p:nvPicPr>
          <p:cNvPr id="1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6440" y="116632"/>
            <a:ext cx="2025216" cy="5169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-19269" y="692696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箭头: 五边形 50"/>
          <p:cNvSpPr>
            <a:spLocks noGrp="1"/>
          </p:cNvSpPr>
          <p:nvPr/>
        </p:nvSpPr>
        <p:spPr>
          <a:xfrm rot="10800000" flipH="1" flipV="1">
            <a:off x="335360" y="191431"/>
            <a:ext cx="381636" cy="327641"/>
          </a:xfrm>
          <a:prstGeom prst="homePlate">
            <a:avLst/>
          </a:prstGeom>
          <a:noFill/>
          <a:ln w="38100" cmpd="sng">
            <a:solidFill>
              <a:srgbClr val="023892"/>
            </a:solidFill>
            <a:prstDash val="sysDot"/>
          </a:ln>
        </p:spPr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0" name="箭头: 五边形 51"/>
          <p:cNvSpPr>
            <a:spLocks noGrp="1"/>
          </p:cNvSpPr>
          <p:nvPr/>
        </p:nvSpPr>
        <p:spPr>
          <a:xfrm rot="10800000" flipH="1" flipV="1">
            <a:off x="716997" y="173354"/>
            <a:ext cx="446362" cy="360000"/>
          </a:xfrm>
          <a:prstGeom prst="homePlate">
            <a:avLst/>
          </a:prstGeom>
          <a:solidFill>
            <a:srgbClr val="023892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163320" y="107315"/>
            <a:ext cx="7891780" cy="513715"/>
          </a:xfrm>
          <a:prstGeom prst="rect">
            <a:avLst/>
          </a:prstGeom>
        </p:spPr>
        <p:txBody>
          <a:bodyPr/>
          <a:lstStyle>
            <a:lvl1pPr>
              <a:buNone/>
              <a:defRPr sz="25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4" name="日期占位符 1"/>
          <p:cNvSpPr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/>
        </p:txBody>
      </p:sp>
      <p:sp>
        <p:nvSpPr>
          <p:cNvPr id="6" name="页脚占位符 2"/>
          <p:cNvSpPr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/>
        </p:txBody>
      </p:sp>
      <p:sp>
        <p:nvSpPr>
          <p:cNvPr id="7" name="灯片编号占位符 3"/>
          <p:cNvSpPr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目录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 flipH="1">
            <a:off x="-149212" y="-10571152"/>
            <a:ext cx="742438" cy="1019672"/>
          </a:xfrm>
          <a:prstGeom prst="rect">
            <a:avLst/>
          </a:prstGeom>
          <a:solidFill>
            <a:srgbClr val="0238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4400" b="1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 flipH="1">
            <a:off x="-149212" y="-11590825"/>
            <a:ext cx="1046484" cy="602092"/>
          </a:xfrm>
          <a:prstGeom prst="rect">
            <a:avLst/>
          </a:prstGeom>
          <a:solidFill>
            <a:srgbClr val="0238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 flipH="1">
            <a:off x="-891649" y="-11173245"/>
            <a:ext cx="304046" cy="41758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 flipH="1">
            <a:off x="-1195695" y="-11173245"/>
            <a:ext cx="304046" cy="417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 flipH="1">
            <a:off x="-891649" y="-10571152"/>
            <a:ext cx="304046" cy="417580"/>
          </a:xfrm>
          <a:prstGeom prst="rect">
            <a:avLst/>
          </a:prstGeom>
          <a:solidFill>
            <a:srgbClr val="8AB1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 flipH="1">
            <a:off x="-1374233" y="-10571153"/>
            <a:ext cx="563899" cy="774465"/>
          </a:xfrm>
          <a:prstGeom prst="rect">
            <a:avLst/>
          </a:prstGeom>
          <a:solidFill>
            <a:srgbClr val="15638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 flipH="1">
            <a:off x="-1786110" y="-11136830"/>
            <a:ext cx="304046" cy="41758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/>
      <p:sp>
        <p:nvSpPr>
          <p:cNvPr id="6" name="日期占位符 1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/>
        </p:txBody>
      </p:sp>
      <p:sp>
        <p:nvSpPr>
          <p:cNvPr id="7" name="页脚占位符 2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8" name="灯片编号占位符 3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箭头: 五边形 50"/>
          <p:cNvSpPr>
            <a:spLocks noGrp="1"/>
          </p:cNvSpPr>
          <p:nvPr/>
        </p:nvSpPr>
        <p:spPr>
          <a:xfrm rot="10800000" flipH="1" flipV="1">
            <a:off x="603333" y="318325"/>
            <a:ext cx="381636" cy="327641"/>
          </a:xfrm>
          <a:prstGeom prst="homePlate">
            <a:avLst/>
          </a:prstGeom>
          <a:noFill/>
          <a:ln w="38100" cmpd="sng">
            <a:solidFill>
              <a:srgbClr val="023892"/>
            </a:solidFill>
            <a:prstDash val="sysDot"/>
          </a:ln>
        </p:spPr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0" name="箭头: 五边形 51"/>
          <p:cNvSpPr>
            <a:spLocks noGrp="1"/>
          </p:cNvSpPr>
          <p:nvPr/>
        </p:nvSpPr>
        <p:spPr>
          <a:xfrm rot="10800000" flipH="1" flipV="1">
            <a:off x="984970" y="300248"/>
            <a:ext cx="446362" cy="360000"/>
          </a:xfrm>
          <a:prstGeom prst="homePlate">
            <a:avLst/>
          </a:prstGeom>
          <a:solidFill>
            <a:srgbClr val="023892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buNone/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7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590" y="206375"/>
            <a:ext cx="2161540" cy="50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/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08400" y="608400"/>
            <a:ext cx="7071776" cy="7056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4">
    <p:spTree>
      <p:nvGrpSpPr>
        <p:cNvPr id="1" name=""/>
        <p:cNvGrpSpPr/>
        <p:nvPr/>
      </p:nvGrpSpPr>
      <p:grpSpPr/>
      <p:sp>
        <p:nvSpPr>
          <p:cNvPr id="10" name="Freeform: Shape 9"/>
          <p:cNvSpPr>
            <a:spLocks noGrp="1"/>
          </p:cNvSpPr>
          <p:nvPr/>
        </p:nvSpPr>
        <p:spPr>
          <a:xfrm rot="10800000">
            <a:off x="0" y="0"/>
            <a:ext cx="12192001" cy="6858000"/>
          </a:xfrm>
          <a:custGeom>
            <a:avLst/>
            <a:gdLst>
              <a:gd name="connsiteX0" fmla="*/ 2333173 w 3585029"/>
              <a:gd name="connsiteY0" fmla="*/ 0 h 6858000"/>
              <a:gd name="connsiteX1" fmla="*/ 3585029 w 3585029"/>
              <a:gd name="connsiteY1" fmla="*/ 0 h 6858000"/>
              <a:gd name="connsiteX2" fmla="*/ 1251856 w 3585029"/>
              <a:gd name="connsiteY2" fmla="*/ 6858000 h 6858000"/>
              <a:gd name="connsiteX3" fmla="*/ 0 w 3585029"/>
              <a:gd name="connsiteY3" fmla="*/ 6858000 h 6858000"/>
            </a:gdLst>
            <a:ahLst/>
            <a:cxnLst/>
            <a:rect l="l" t="t" r="r" b="b"/>
            <a:pathLst>
              <a:path w="3585029" h="6858000">
                <a:moveTo>
                  <a:pt x="2333173" y="0"/>
                </a:moveTo>
                <a:lnTo>
                  <a:pt x="3585029" y="0"/>
                </a:lnTo>
                <a:lnTo>
                  <a:pt x="125185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9" name="Freeform: Shape 8"/>
          <p:cNvSpPr>
            <a:spLocks noGrp="1"/>
          </p:cNvSpPr>
          <p:nvPr/>
        </p:nvSpPr>
        <p:spPr>
          <a:xfrm>
            <a:off x="0" y="0"/>
            <a:ext cx="5896634" cy="6857999"/>
          </a:xfrm>
          <a:custGeom>
            <a:avLst/>
            <a:gdLst>
              <a:gd name="connsiteX0" fmla="*/ 0 w 5896634"/>
              <a:gd name="connsiteY0" fmla="*/ 0 h 6857999"/>
              <a:gd name="connsiteX1" fmla="*/ 3531045 w 5896634"/>
              <a:gd name="connsiteY1" fmla="*/ 0 h 6857999"/>
              <a:gd name="connsiteX2" fmla="*/ 5584000 w 5896634"/>
              <a:gd name="connsiteY2" fmla="*/ 2052956 h 6857999"/>
              <a:gd name="connsiteX3" fmla="*/ 5584000 w 5896634"/>
              <a:gd name="connsiteY3" fmla="*/ 3562487 h 6857999"/>
              <a:gd name="connsiteX4" fmla="*/ 2288488 w 5896634"/>
              <a:gd name="connsiteY4" fmla="*/ 6857999 h 6857999"/>
              <a:gd name="connsiteX5" fmla="*/ 0 w 5896634"/>
              <a:gd name="connsiteY5" fmla="*/ 6857999 h 6857999"/>
            </a:gdLst>
            <a:ahLst/>
            <a:cxnLst/>
            <a:rect l="l" t="t" r="r" b="b"/>
            <a:pathLst>
              <a:path w="5896634" h="6857999">
                <a:moveTo>
                  <a:pt x="0" y="0"/>
                </a:moveTo>
                <a:lnTo>
                  <a:pt x="3531045" y="0"/>
                </a:lnTo>
                <a:lnTo>
                  <a:pt x="5584000" y="2052956"/>
                </a:lnTo>
                <a:cubicBezTo>
                  <a:pt x="6000846" y="2469801"/>
                  <a:pt x="6000846" y="3145640"/>
                  <a:pt x="5584000" y="3562487"/>
                </a:cubicBezTo>
                <a:lnTo>
                  <a:pt x="2288488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Freeform: Shape 10"/>
          <p:cNvSpPr>
            <a:spLocks noGrp="1"/>
          </p:cNvSpPr>
          <p:nvPr/>
        </p:nvSpPr>
        <p:spPr>
          <a:xfrm>
            <a:off x="0" y="847781"/>
            <a:ext cx="6295368" cy="6037603"/>
          </a:xfrm>
          <a:custGeom>
            <a:avLst/>
            <a:gdLst>
              <a:gd name="connsiteX0" fmla="*/ 0 w 6634344"/>
              <a:gd name="connsiteY0" fmla="*/ 0 h 6362700"/>
              <a:gd name="connsiteX1" fmla="*/ 2434781 w 6634344"/>
              <a:gd name="connsiteY1" fmla="*/ 0 h 6362700"/>
              <a:gd name="connsiteX2" fmla="*/ 6283435 w 6634344"/>
              <a:gd name="connsiteY2" fmla="*/ 3848654 h 6362700"/>
              <a:gd name="connsiteX3" fmla="*/ 6283435 w 6634344"/>
              <a:gd name="connsiteY3" fmla="*/ 5542996 h 6362700"/>
              <a:gd name="connsiteX4" fmla="*/ 5463731 w 6634344"/>
              <a:gd name="connsiteY4" fmla="*/ 6362700 h 6362700"/>
              <a:gd name="connsiteX5" fmla="*/ 0 w 6634344"/>
              <a:gd name="connsiteY5" fmla="*/ 6362700 h 6362700"/>
            </a:gdLst>
            <a:ahLst/>
            <a:cxnLst/>
            <a:rect l="l" t="t" r="r" b="b"/>
            <a:pathLst>
              <a:path w="6634344" h="6362700">
                <a:moveTo>
                  <a:pt x="0" y="0"/>
                </a:moveTo>
                <a:lnTo>
                  <a:pt x="2434781" y="0"/>
                </a:lnTo>
                <a:lnTo>
                  <a:pt x="6283435" y="3848654"/>
                </a:lnTo>
                <a:cubicBezTo>
                  <a:pt x="6751314" y="4316533"/>
                  <a:pt x="6751314" y="5075115"/>
                  <a:pt x="6283435" y="5542996"/>
                </a:cubicBezTo>
                <a:lnTo>
                  <a:pt x="5463731" y="6362700"/>
                </a:lnTo>
                <a:lnTo>
                  <a:pt x="0" y="6362700"/>
                </a:lnTo>
                <a:close/>
              </a:path>
            </a:pathLst>
          </a:custGeom>
          <a:gradFill rotWithShape="1">
            <a:gsLst>
              <a:gs pos="100000">
                <a:schemeClr val="accent1">
                  <a:lumMod val="50000"/>
                </a:schemeClr>
              </a:gs>
              <a:gs pos="0">
                <a:srgbClr val="D1D1E1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8" name="Picture Placeholder 7"/>
          <p:cNvSpPr>
            <a:spLocks noGrp="1"/>
          </p:cNvSpPr>
          <p:nvPr>
            <p:ph type="pic" idx="10"/>
          </p:nvPr>
        </p:nvSpPr>
        <p:spPr>
          <a:xfrm>
            <a:off x="0" y="2"/>
            <a:ext cx="5383244" cy="6857999"/>
          </a:xfrm>
          <a:custGeom>
            <a:avLst/>
            <a:gdLst>
              <a:gd name="connsiteX0" fmla="*/ 0 w 5383244"/>
              <a:gd name="connsiteY0" fmla="*/ 0 h 6857999"/>
              <a:gd name="connsiteX1" fmla="*/ 2316626 w 5383244"/>
              <a:gd name="connsiteY1" fmla="*/ 0 h 6857999"/>
              <a:gd name="connsiteX2" fmla="*/ 5127002 w 5383244"/>
              <a:gd name="connsiteY2" fmla="*/ 2810376 h 6857999"/>
              <a:gd name="connsiteX3" fmla="*/ 5127002 w 5383244"/>
              <a:gd name="connsiteY3" fmla="*/ 4047623 h 6857999"/>
              <a:gd name="connsiteX4" fmla="*/ 2316626 w 5383244"/>
              <a:gd name="connsiteY4" fmla="*/ 6857999 h 6857999"/>
              <a:gd name="connsiteX5" fmla="*/ 0 w 5383244"/>
              <a:gd name="connsiteY5" fmla="*/ 6857999 h 6857999"/>
            </a:gdLst>
            <a:ahLst/>
            <a:cxnLst/>
            <a:rect l="l" t="t" r="r" b="b"/>
            <a:pathLst>
              <a:path w="5383244" h="6857999">
                <a:moveTo>
                  <a:pt x="0" y="0"/>
                </a:moveTo>
                <a:lnTo>
                  <a:pt x="2316626" y="0"/>
                </a:lnTo>
                <a:lnTo>
                  <a:pt x="5127002" y="2810376"/>
                </a:lnTo>
                <a:cubicBezTo>
                  <a:pt x="5468658" y="3152032"/>
                  <a:pt x="5468658" y="3705966"/>
                  <a:pt x="5127002" y="4047623"/>
                </a:cubicBezTo>
                <a:lnTo>
                  <a:pt x="2316626" y="6857999"/>
                </a:lnTo>
                <a:lnTo>
                  <a:pt x="0" y="685799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buNone/>
              <a:defRPr sz="1200"/>
            </a:lvl1pPr>
          </a:lstStyle>
          <a:p/>
        </p:txBody>
      </p:sp>
      <p:pic>
        <p:nvPicPr>
          <p:cNvPr id="1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6440" y="116632"/>
            <a:ext cx="2025216" cy="5169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-19269" y="692696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箭头: 五边形 50"/>
          <p:cNvSpPr>
            <a:spLocks noGrp="1"/>
          </p:cNvSpPr>
          <p:nvPr/>
        </p:nvSpPr>
        <p:spPr>
          <a:xfrm rot="10800000" flipH="1" flipV="1">
            <a:off x="335360" y="191431"/>
            <a:ext cx="381636" cy="327641"/>
          </a:xfrm>
          <a:prstGeom prst="homePlate">
            <a:avLst/>
          </a:prstGeom>
          <a:noFill/>
          <a:ln w="38100" cmpd="sng">
            <a:solidFill>
              <a:srgbClr val="023892"/>
            </a:solidFill>
            <a:prstDash val="sysDot"/>
          </a:ln>
        </p:spPr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0" name="箭头: 五边形 51"/>
          <p:cNvSpPr>
            <a:spLocks noGrp="1"/>
          </p:cNvSpPr>
          <p:nvPr/>
        </p:nvSpPr>
        <p:spPr>
          <a:xfrm rot="10800000" flipH="1" flipV="1">
            <a:off x="716997" y="173354"/>
            <a:ext cx="446362" cy="360000"/>
          </a:xfrm>
          <a:prstGeom prst="homePlate">
            <a:avLst/>
          </a:prstGeom>
          <a:solidFill>
            <a:srgbClr val="023892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163360" y="158026"/>
            <a:ext cx="7891899" cy="534670"/>
          </a:xfrm>
          <a:prstGeom prst="rect">
            <a:avLst/>
          </a:prstGeom>
        </p:spPr>
        <p:txBody>
          <a:bodyPr/>
          <a:lstStyle>
            <a:lvl1pPr>
              <a:buNone/>
              <a:defRPr sz="24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4" name="日期占位符 1"/>
          <p:cNvSpPr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/>
        </p:txBody>
      </p:sp>
      <p:sp>
        <p:nvSpPr>
          <p:cNvPr id="6" name="页脚占位符 2"/>
          <p:cNvSpPr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/>
        </p:txBody>
      </p:sp>
      <p:sp>
        <p:nvSpPr>
          <p:cNvPr id="7" name="灯片编号占位符 3"/>
          <p:cNvSpPr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目录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 flipH="1">
            <a:off x="-149212" y="-10571152"/>
            <a:ext cx="742438" cy="1019672"/>
          </a:xfrm>
          <a:prstGeom prst="rect">
            <a:avLst/>
          </a:prstGeom>
          <a:solidFill>
            <a:srgbClr val="0238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4400" b="1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 flipH="1">
            <a:off x="-149212" y="-11590825"/>
            <a:ext cx="1046484" cy="602092"/>
          </a:xfrm>
          <a:prstGeom prst="rect">
            <a:avLst/>
          </a:prstGeom>
          <a:solidFill>
            <a:srgbClr val="0238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 flipH="1">
            <a:off x="-891649" y="-11173245"/>
            <a:ext cx="304046" cy="41758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 flipH="1">
            <a:off x="-1195695" y="-11173245"/>
            <a:ext cx="304046" cy="417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 flipH="1">
            <a:off x="-891649" y="-10571152"/>
            <a:ext cx="304046" cy="417580"/>
          </a:xfrm>
          <a:prstGeom prst="rect">
            <a:avLst/>
          </a:prstGeom>
          <a:solidFill>
            <a:srgbClr val="8AB1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 flipH="1">
            <a:off x="-1374233" y="-10571153"/>
            <a:ext cx="563899" cy="774465"/>
          </a:xfrm>
          <a:prstGeom prst="rect">
            <a:avLst/>
          </a:prstGeom>
          <a:solidFill>
            <a:srgbClr val="15638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 flipH="1">
            <a:off x="-1786110" y="-11136830"/>
            <a:ext cx="304046" cy="41758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15428" y="216535"/>
            <a:ext cx="4662805" cy="601345"/>
          </a:xfrm>
        </p:spPr>
        <p:txBody>
          <a:bodyPr/>
          <a:lstStyle>
            <a:lvl1pPr algn="l">
              <a:lnSpc>
                <a:spcPct val="100000"/>
              </a:lnSpc>
              <a:buNone/>
              <a:defRPr>
                <a:solidFill>
                  <a:srgbClr val="023892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箭头: 五边形 50"/>
          <p:cNvSpPr>
            <a:spLocks noGrp="1"/>
          </p:cNvSpPr>
          <p:nvPr/>
        </p:nvSpPr>
        <p:spPr>
          <a:xfrm rot="10800000" flipH="1" flipV="1">
            <a:off x="603333" y="318325"/>
            <a:ext cx="381636" cy="327641"/>
          </a:xfrm>
          <a:prstGeom prst="homePlate">
            <a:avLst/>
          </a:prstGeom>
          <a:noFill/>
          <a:ln w="38100" cmpd="sng">
            <a:solidFill>
              <a:srgbClr val="023892"/>
            </a:solidFill>
            <a:prstDash val="sysDot"/>
          </a:ln>
        </p:spPr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0" name="箭头: 五边形 51"/>
          <p:cNvSpPr>
            <a:spLocks noGrp="1"/>
          </p:cNvSpPr>
          <p:nvPr/>
        </p:nvSpPr>
        <p:spPr>
          <a:xfrm rot="10800000" flipH="1" flipV="1">
            <a:off x="984970" y="300248"/>
            <a:ext cx="446362" cy="360000"/>
          </a:xfrm>
          <a:prstGeom prst="homePlate">
            <a:avLst/>
          </a:prstGeom>
          <a:solidFill>
            <a:srgbClr val="023892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buNone/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7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470" y="174625"/>
            <a:ext cx="2741930" cy="645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版式"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207976" y="127000"/>
            <a:ext cx="469950" cy="46990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lnSpc>
                <a:spcPct val="110000"/>
              </a:lnSpc>
              <a:buNone/>
            </a:pPr>
            <a:endParaRPr sz="3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963" y="0"/>
            <a:ext cx="469950" cy="46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lnSpc>
                <a:spcPct val="110000"/>
              </a:lnSpc>
              <a:buNone/>
            </a:pPr>
            <a:endParaRPr sz="3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0" y="6704013"/>
            <a:ext cx="12192000" cy="144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lnSpc>
                <a:spcPct val="110000"/>
              </a:lnSpc>
              <a:buNone/>
            </a:pPr>
            <a:endParaRPr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0" hasCustomPrompt="1"/>
          </p:nvPr>
        </p:nvSpPr>
        <p:spPr>
          <a:xfrm>
            <a:off x="677927" y="127000"/>
            <a:ext cx="3453204" cy="4556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>
              <a:spcAft>
                <a:spcPct val="0"/>
              </a:spcAft>
              <a:buNone/>
            </a:pPr>
            <a:r>
              <a:t>在此输入标题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1" hasCustomPrompt="1"/>
          </p:nvPr>
        </p:nvSpPr>
        <p:spPr>
          <a:xfrm>
            <a:off x="10339161" y="70870"/>
            <a:ext cx="1700439" cy="5821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在此放置</a:t>
            </a:r>
            <a:r>
              <a:t>logo</a:t>
            </a: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/>
      <p:sp>
        <p:nvSpPr>
          <p:cNvPr id="6" name="日期占位符 1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/>
        </p:txBody>
      </p:sp>
      <p:sp>
        <p:nvSpPr>
          <p:cNvPr id="7" name="页脚占位符 2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8" name="灯片编号占位符 3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/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08400" y="608400"/>
            <a:ext cx="7071776" cy="7056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4">
    <p:spTree>
      <p:nvGrpSpPr>
        <p:cNvPr id="1" name=""/>
        <p:cNvGrpSpPr/>
        <p:nvPr/>
      </p:nvGrpSpPr>
      <p:grpSpPr/>
      <p:sp>
        <p:nvSpPr>
          <p:cNvPr id="10" name="Freeform: Shape 9"/>
          <p:cNvSpPr>
            <a:spLocks noGrp="1"/>
          </p:cNvSpPr>
          <p:nvPr/>
        </p:nvSpPr>
        <p:spPr>
          <a:xfrm rot="10800000">
            <a:off x="0" y="0"/>
            <a:ext cx="12192001" cy="6858000"/>
          </a:xfrm>
          <a:custGeom>
            <a:avLst/>
            <a:gdLst>
              <a:gd name="connsiteX0" fmla="*/ 2333173 w 3585029"/>
              <a:gd name="connsiteY0" fmla="*/ 0 h 6858000"/>
              <a:gd name="connsiteX1" fmla="*/ 3585029 w 3585029"/>
              <a:gd name="connsiteY1" fmla="*/ 0 h 6858000"/>
              <a:gd name="connsiteX2" fmla="*/ 1251856 w 3585029"/>
              <a:gd name="connsiteY2" fmla="*/ 6858000 h 6858000"/>
              <a:gd name="connsiteX3" fmla="*/ 0 w 3585029"/>
              <a:gd name="connsiteY3" fmla="*/ 6858000 h 6858000"/>
            </a:gdLst>
            <a:ahLst/>
            <a:cxnLst/>
            <a:rect l="l" t="t" r="r" b="b"/>
            <a:pathLst>
              <a:path w="3585029" h="6858000">
                <a:moveTo>
                  <a:pt x="2333173" y="0"/>
                </a:moveTo>
                <a:lnTo>
                  <a:pt x="3585029" y="0"/>
                </a:lnTo>
                <a:lnTo>
                  <a:pt x="125185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9" name="Freeform: Shape 8"/>
          <p:cNvSpPr>
            <a:spLocks noGrp="1"/>
          </p:cNvSpPr>
          <p:nvPr/>
        </p:nvSpPr>
        <p:spPr>
          <a:xfrm>
            <a:off x="0" y="0"/>
            <a:ext cx="5896634" cy="6857999"/>
          </a:xfrm>
          <a:custGeom>
            <a:avLst/>
            <a:gdLst>
              <a:gd name="connsiteX0" fmla="*/ 0 w 5896634"/>
              <a:gd name="connsiteY0" fmla="*/ 0 h 6857999"/>
              <a:gd name="connsiteX1" fmla="*/ 3531045 w 5896634"/>
              <a:gd name="connsiteY1" fmla="*/ 0 h 6857999"/>
              <a:gd name="connsiteX2" fmla="*/ 5584000 w 5896634"/>
              <a:gd name="connsiteY2" fmla="*/ 2052956 h 6857999"/>
              <a:gd name="connsiteX3" fmla="*/ 5584000 w 5896634"/>
              <a:gd name="connsiteY3" fmla="*/ 3562487 h 6857999"/>
              <a:gd name="connsiteX4" fmla="*/ 2288488 w 5896634"/>
              <a:gd name="connsiteY4" fmla="*/ 6857999 h 6857999"/>
              <a:gd name="connsiteX5" fmla="*/ 0 w 5896634"/>
              <a:gd name="connsiteY5" fmla="*/ 6857999 h 6857999"/>
            </a:gdLst>
            <a:ahLst/>
            <a:cxnLst/>
            <a:rect l="l" t="t" r="r" b="b"/>
            <a:pathLst>
              <a:path w="5896634" h="6857999">
                <a:moveTo>
                  <a:pt x="0" y="0"/>
                </a:moveTo>
                <a:lnTo>
                  <a:pt x="3531045" y="0"/>
                </a:lnTo>
                <a:lnTo>
                  <a:pt x="5584000" y="2052956"/>
                </a:lnTo>
                <a:cubicBezTo>
                  <a:pt x="6000846" y="2469801"/>
                  <a:pt x="6000846" y="3145640"/>
                  <a:pt x="5584000" y="3562487"/>
                </a:cubicBezTo>
                <a:lnTo>
                  <a:pt x="2288488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Freeform: Shape 10"/>
          <p:cNvSpPr>
            <a:spLocks noGrp="1"/>
          </p:cNvSpPr>
          <p:nvPr/>
        </p:nvSpPr>
        <p:spPr>
          <a:xfrm>
            <a:off x="0" y="847781"/>
            <a:ext cx="6295368" cy="6037603"/>
          </a:xfrm>
          <a:custGeom>
            <a:avLst/>
            <a:gdLst>
              <a:gd name="connsiteX0" fmla="*/ 0 w 6634344"/>
              <a:gd name="connsiteY0" fmla="*/ 0 h 6362700"/>
              <a:gd name="connsiteX1" fmla="*/ 2434781 w 6634344"/>
              <a:gd name="connsiteY1" fmla="*/ 0 h 6362700"/>
              <a:gd name="connsiteX2" fmla="*/ 6283435 w 6634344"/>
              <a:gd name="connsiteY2" fmla="*/ 3848654 h 6362700"/>
              <a:gd name="connsiteX3" fmla="*/ 6283435 w 6634344"/>
              <a:gd name="connsiteY3" fmla="*/ 5542996 h 6362700"/>
              <a:gd name="connsiteX4" fmla="*/ 5463731 w 6634344"/>
              <a:gd name="connsiteY4" fmla="*/ 6362700 h 6362700"/>
              <a:gd name="connsiteX5" fmla="*/ 0 w 6634344"/>
              <a:gd name="connsiteY5" fmla="*/ 6362700 h 6362700"/>
            </a:gdLst>
            <a:ahLst/>
            <a:cxnLst/>
            <a:rect l="l" t="t" r="r" b="b"/>
            <a:pathLst>
              <a:path w="6634344" h="6362700">
                <a:moveTo>
                  <a:pt x="0" y="0"/>
                </a:moveTo>
                <a:lnTo>
                  <a:pt x="2434781" y="0"/>
                </a:lnTo>
                <a:lnTo>
                  <a:pt x="6283435" y="3848654"/>
                </a:lnTo>
                <a:cubicBezTo>
                  <a:pt x="6751314" y="4316533"/>
                  <a:pt x="6751314" y="5075115"/>
                  <a:pt x="6283435" y="5542996"/>
                </a:cubicBezTo>
                <a:lnTo>
                  <a:pt x="5463731" y="6362700"/>
                </a:lnTo>
                <a:lnTo>
                  <a:pt x="0" y="6362700"/>
                </a:lnTo>
                <a:close/>
              </a:path>
            </a:pathLst>
          </a:custGeom>
          <a:gradFill rotWithShape="1">
            <a:gsLst>
              <a:gs pos="100000">
                <a:schemeClr val="accent1">
                  <a:lumMod val="50000"/>
                </a:schemeClr>
              </a:gs>
              <a:gs pos="0">
                <a:srgbClr val="D1D1E1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8" name="Picture Placeholder 7"/>
          <p:cNvSpPr>
            <a:spLocks noGrp="1"/>
          </p:cNvSpPr>
          <p:nvPr>
            <p:ph type="pic" idx="10"/>
          </p:nvPr>
        </p:nvSpPr>
        <p:spPr>
          <a:xfrm>
            <a:off x="0" y="2"/>
            <a:ext cx="5383244" cy="6857999"/>
          </a:xfrm>
          <a:custGeom>
            <a:avLst/>
            <a:gdLst>
              <a:gd name="connsiteX0" fmla="*/ 0 w 5383244"/>
              <a:gd name="connsiteY0" fmla="*/ 0 h 6857999"/>
              <a:gd name="connsiteX1" fmla="*/ 2316626 w 5383244"/>
              <a:gd name="connsiteY1" fmla="*/ 0 h 6857999"/>
              <a:gd name="connsiteX2" fmla="*/ 5127002 w 5383244"/>
              <a:gd name="connsiteY2" fmla="*/ 2810376 h 6857999"/>
              <a:gd name="connsiteX3" fmla="*/ 5127002 w 5383244"/>
              <a:gd name="connsiteY3" fmla="*/ 4047623 h 6857999"/>
              <a:gd name="connsiteX4" fmla="*/ 2316626 w 5383244"/>
              <a:gd name="connsiteY4" fmla="*/ 6857999 h 6857999"/>
              <a:gd name="connsiteX5" fmla="*/ 0 w 5383244"/>
              <a:gd name="connsiteY5" fmla="*/ 6857999 h 6857999"/>
            </a:gdLst>
            <a:ahLst/>
            <a:cxnLst/>
            <a:rect l="l" t="t" r="r" b="b"/>
            <a:pathLst>
              <a:path w="5383244" h="6857999">
                <a:moveTo>
                  <a:pt x="0" y="0"/>
                </a:moveTo>
                <a:lnTo>
                  <a:pt x="2316626" y="0"/>
                </a:lnTo>
                <a:lnTo>
                  <a:pt x="5127002" y="2810376"/>
                </a:lnTo>
                <a:cubicBezTo>
                  <a:pt x="5468658" y="3152032"/>
                  <a:pt x="5468658" y="3705966"/>
                  <a:pt x="5127002" y="4047623"/>
                </a:cubicBezTo>
                <a:lnTo>
                  <a:pt x="2316626" y="6857999"/>
                </a:lnTo>
                <a:lnTo>
                  <a:pt x="0" y="685799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buNone/>
              <a:defRPr sz="1200"/>
            </a:lvl1pPr>
          </a:lstStyle>
          <a:p/>
        </p:txBody>
      </p:sp>
      <p:pic>
        <p:nvPicPr>
          <p:cNvPr id="1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6440" y="116632"/>
            <a:ext cx="2025216" cy="5169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-19269" y="692696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箭头: 五边形 50"/>
          <p:cNvSpPr>
            <a:spLocks noGrp="1"/>
          </p:cNvSpPr>
          <p:nvPr/>
        </p:nvSpPr>
        <p:spPr>
          <a:xfrm rot="10800000" flipH="1" flipV="1">
            <a:off x="335360" y="191431"/>
            <a:ext cx="381636" cy="327641"/>
          </a:xfrm>
          <a:prstGeom prst="homePlate">
            <a:avLst/>
          </a:prstGeom>
          <a:noFill/>
          <a:ln w="38100" cmpd="sng">
            <a:solidFill>
              <a:srgbClr val="023892"/>
            </a:solidFill>
            <a:prstDash val="sysDot"/>
          </a:ln>
        </p:spPr>
        <p:txBody>
          <a:bodyPr anchor="ctr"/>
          <a:lstStyle/>
          <a:p>
            <a:pPr algn="ctr">
              <a:buNone/>
            </a:pPr>
            <a:endParaRPr sz="18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箭头: 五边形 51"/>
          <p:cNvSpPr>
            <a:spLocks noGrp="1"/>
          </p:cNvSpPr>
          <p:nvPr/>
        </p:nvSpPr>
        <p:spPr>
          <a:xfrm rot="10800000" flipH="1" flipV="1">
            <a:off x="716997" y="173354"/>
            <a:ext cx="446362" cy="360000"/>
          </a:xfrm>
          <a:prstGeom prst="homePlate">
            <a:avLst/>
          </a:prstGeom>
          <a:solidFill>
            <a:srgbClr val="023892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sz="18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163320" y="107315"/>
            <a:ext cx="7891780" cy="513715"/>
          </a:xfrm>
          <a:prstGeom prst="rect">
            <a:avLst/>
          </a:prstGeom>
        </p:spPr>
        <p:txBody>
          <a:bodyPr/>
          <a:lstStyle>
            <a:lvl1pPr>
              <a:buNone/>
              <a:defRPr sz="25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4" name="日期占位符 1"/>
          <p:cNvSpPr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/>
        </p:txBody>
      </p:sp>
      <p:sp>
        <p:nvSpPr>
          <p:cNvPr id="6" name="页脚占位符 2"/>
          <p:cNvSpPr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/>
        </p:txBody>
      </p:sp>
      <p:sp>
        <p:nvSpPr>
          <p:cNvPr id="7" name="灯片编号占位符 3"/>
          <p:cNvSpPr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目录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 flipH="1">
            <a:off x="-149212" y="-10571152"/>
            <a:ext cx="742438" cy="1019672"/>
          </a:xfrm>
          <a:prstGeom prst="rect">
            <a:avLst/>
          </a:prstGeom>
          <a:solidFill>
            <a:srgbClr val="0238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4400" b="1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 flipH="1">
            <a:off x="-149212" y="-11590825"/>
            <a:ext cx="1046484" cy="602092"/>
          </a:xfrm>
          <a:prstGeom prst="rect">
            <a:avLst/>
          </a:prstGeom>
          <a:solidFill>
            <a:srgbClr val="0238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 flipH="1">
            <a:off x="-891649" y="-11173245"/>
            <a:ext cx="304046" cy="41758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 flipH="1">
            <a:off x="-1195695" y="-11173245"/>
            <a:ext cx="304046" cy="417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 flipH="1">
            <a:off x="-891649" y="-10571152"/>
            <a:ext cx="304046" cy="417580"/>
          </a:xfrm>
          <a:prstGeom prst="rect">
            <a:avLst/>
          </a:prstGeom>
          <a:solidFill>
            <a:srgbClr val="8AB1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 flipH="1">
            <a:off x="-1374233" y="-10571153"/>
            <a:ext cx="563899" cy="774465"/>
          </a:xfrm>
          <a:prstGeom prst="rect">
            <a:avLst/>
          </a:prstGeom>
          <a:solidFill>
            <a:srgbClr val="15638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 flipH="1">
            <a:off x="-1786110" y="-11136830"/>
            <a:ext cx="304046" cy="41758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/>
      <p:sp>
        <p:nvSpPr>
          <p:cNvPr id="6" name="日期占位符 1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/>
        </p:txBody>
      </p:sp>
      <p:sp>
        <p:nvSpPr>
          <p:cNvPr id="7" name="页脚占位符 2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8" name="灯片编号占位符 3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箭头: 五边形 50"/>
          <p:cNvSpPr>
            <a:spLocks noGrp="1"/>
          </p:cNvSpPr>
          <p:nvPr/>
        </p:nvSpPr>
        <p:spPr>
          <a:xfrm rot="10800000" flipH="1" flipV="1">
            <a:off x="603333" y="318325"/>
            <a:ext cx="381636" cy="327641"/>
          </a:xfrm>
          <a:prstGeom prst="homePlate">
            <a:avLst/>
          </a:prstGeom>
          <a:noFill/>
          <a:ln w="38100" cmpd="sng">
            <a:solidFill>
              <a:srgbClr val="023892"/>
            </a:solidFill>
            <a:prstDash val="sysDot"/>
          </a:ln>
        </p:spPr>
        <p:txBody>
          <a:bodyPr anchor="ctr"/>
          <a:lstStyle/>
          <a:p>
            <a:pPr algn="ctr">
              <a:buNone/>
            </a:pPr>
            <a:endParaRPr sz="18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箭头: 五边形 51"/>
          <p:cNvSpPr>
            <a:spLocks noGrp="1"/>
          </p:cNvSpPr>
          <p:nvPr/>
        </p:nvSpPr>
        <p:spPr>
          <a:xfrm rot="10800000" flipH="1" flipV="1">
            <a:off x="984970" y="300248"/>
            <a:ext cx="446362" cy="360000"/>
          </a:xfrm>
          <a:prstGeom prst="homePlate">
            <a:avLst/>
          </a:prstGeom>
          <a:solidFill>
            <a:srgbClr val="023892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sz="18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buNone/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/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08400" y="608400"/>
            <a:ext cx="7071776" cy="7056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4">
    <p:spTree>
      <p:nvGrpSpPr>
        <p:cNvPr id="1" name=""/>
        <p:cNvGrpSpPr/>
        <p:nvPr/>
      </p:nvGrpSpPr>
      <p:grpSpPr/>
      <p:sp>
        <p:nvSpPr>
          <p:cNvPr id="10" name="Freeform: Shape 9"/>
          <p:cNvSpPr>
            <a:spLocks noGrp="1"/>
          </p:cNvSpPr>
          <p:nvPr/>
        </p:nvSpPr>
        <p:spPr>
          <a:xfrm rot="10800000">
            <a:off x="0" y="0"/>
            <a:ext cx="12192001" cy="6858000"/>
          </a:xfrm>
          <a:custGeom>
            <a:avLst/>
            <a:gdLst>
              <a:gd name="connsiteX0" fmla="*/ 2333173 w 3585029"/>
              <a:gd name="connsiteY0" fmla="*/ 0 h 6858000"/>
              <a:gd name="connsiteX1" fmla="*/ 3585029 w 3585029"/>
              <a:gd name="connsiteY1" fmla="*/ 0 h 6858000"/>
              <a:gd name="connsiteX2" fmla="*/ 1251856 w 3585029"/>
              <a:gd name="connsiteY2" fmla="*/ 6858000 h 6858000"/>
              <a:gd name="connsiteX3" fmla="*/ 0 w 3585029"/>
              <a:gd name="connsiteY3" fmla="*/ 6858000 h 6858000"/>
            </a:gdLst>
            <a:ahLst/>
            <a:cxnLst/>
            <a:rect l="l" t="t" r="r" b="b"/>
            <a:pathLst>
              <a:path w="3585029" h="6858000">
                <a:moveTo>
                  <a:pt x="2333173" y="0"/>
                </a:moveTo>
                <a:lnTo>
                  <a:pt x="3585029" y="0"/>
                </a:lnTo>
                <a:lnTo>
                  <a:pt x="125185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9" name="Freeform: Shape 8"/>
          <p:cNvSpPr>
            <a:spLocks noGrp="1"/>
          </p:cNvSpPr>
          <p:nvPr/>
        </p:nvSpPr>
        <p:spPr>
          <a:xfrm>
            <a:off x="0" y="0"/>
            <a:ext cx="5896634" cy="6857999"/>
          </a:xfrm>
          <a:custGeom>
            <a:avLst/>
            <a:gdLst>
              <a:gd name="connsiteX0" fmla="*/ 0 w 5896634"/>
              <a:gd name="connsiteY0" fmla="*/ 0 h 6857999"/>
              <a:gd name="connsiteX1" fmla="*/ 3531045 w 5896634"/>
              <a:gd name="connsiteY1" fmla="*/ 0 h 6857999"/>
              <a:gd name="connsiteX2" fmla="*/ 5584000 w 5896634"/>
              <a:gd name="connsiteY2" fmla="*/ 2052956 h 6857999"/>
              <a:gd name="connsiteX3" fmla="*/ 5584000 w 5896634"/>
              <a:gd name="connsiteY3" fmla="*/ 3562487 h 6857999"/>
              <a:gd name="connsiteX4" fmla="*/ 2288488 w 5896634"/>
              <a:gd name="connsiteY4" fmla="*/ 6857999 h 6857999"/>
              <a:gd name="connsiteX5" fmla="*/ 0 w 5896634"/>
              <a:gd name="connsiteY5" fmla="*/ 6857999 h 6857999"/>
            </a:gdLst>
            <a:ahLst/>
            <a:cxnLst/>
            <a:rect l="l" t="t" r="r" b="b"/>
            <a:pathLst>
              <a:path w="5896634" h="6857999">
                <a:moveTo>
                  <a:pt x="0" y="0"/>
                </a:moveTo>
                <a:lnTo>
                  <a:pt x="3531045" y="0"/>
                </a:lnTo>
                <a:lnTo>
                  <a:pt x="5584000" y="2052956"/>
                </a:lnTo>
                <a:cubicBezTo>
                  <a:pt x="6000846" y="2469801"/>
                  <a:pt x="6000846" y="3145640"/>
                  <a:pt x="5584000" y="3562487"/>
                </a:cubicBezTo>
                <a:lnTo>
                  <a:pt x="2288488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Freeform: Shape 10"/>
          <p:cNvSpPr>
            <a:spLocks noGrp="1"/>
          </p:cNvSpPr>
          <p:nvPr/>
        </p:nvSpPr>
        <p:spPr>
          <a:xfrm>
            <a:off x="0" y="847781"/>
            <a:ext cx="6295368" cy="6037603"/>
          </a:xfrm>
          <a:custGeom>
            <a:avLst/>
            <a:gdLst>
              <a:gd name="connsiteX0" fmla="*/ 0 w 6634344"/>
              <a:gd name="connsiteY0" fmla="*/ 0 h 6362700"/>
              <a:gd name="connsiteX1" fmla="*/ 2434781 w 6634344"/>
              <a:gd name="connsiteY1" fmla="*/ 0 h 6362700"/>
              <a:gd name="connsiteX2" fmla="*/ 6283435 w 6634344"/>
              <a:gd name="connsiteY2" fmla="*/ 3848654 h 6362700"/>
              <a:gd name="connsiteX3" fmla="*/ 6283435 w 6634344"/>
              <a:gd name="connsiteY3" fmla="*/ 5542996 h 6362700"/>
              <a:gd name="connsiteX4" fmla="*/ 5463731 w 6634344"/>
              <a:gd name="connsiteY4" fmla="*/ 6362700 h 6362700"/>
              <a:gd name="connsiteX5" fmla="*/ 0 w 6634344"/>
              <a:gd name="connsiteY5" fmla="*/ 6362700 h 6362700"/>
            </a:gdLst>
            <a:ahLst/>
            <a:cxnLst/>
            <a:rect l="l" t="t" r="r" b="b"/>
            <a:pathLst>
              <a:path w="6634344" h="6362700">
                <a:moveTo>
                  <a:pt x="0" y="0"/>
                </a:moveTo>
                <a:lnTo>
                  <a:pt x="2434781" y="0"/>
                </a:lnTo>
                <a:lnTo>
                  <a:pt x="6283435" y="3848654"/>
                </a:lnTo>
                <a:cubicBezTo>
                  <a:pt x="6751314" y="4316533"/>
                  <a:pt x="6751314" y="5075115"/>
                  <a:pt x="6283435" y="5542996"/>
                </a:cubicBezTo>
                <a:lnTo>
                  <a:pt x="5463731" y="6362700"/>
                </a:lnTo>
                <a:lnTo>
                  <a:pt x="0" y="6362700"/>
                </a:lnTo>
                <a:close/>
              </a:path>
            </a:pathLst>
          </a:custGeom>
          <a:gradFill rotWithShape="1">
            <a:gsLst>
              <a:gs pos="100000">
                <a:schemeClr val="accent1">
                  <a:lumMod val="50000"/>
                </a:schemeClr>
              </a:gs>
              <a:gs pos="0">
                <a:srgbClr val="D1D1E1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8" name="Picture Placeholder 7"/>
          <p:cNvSpPr>
            <a:spLocks noGrp="1"/>
          </p:cNvSpPr>
          <p:nvPr>
            <p:ph type="pic" idx="10"/>
          </p:nvPr>
        </p:nvSpPr>
        <p:spPr>
          <a:xfrm>
            <a:off x="0" y="2"/>
            <a:ext cx="5383244" cy="6857999"/>
          </a:xfrm>
          <a:custGeom>
            <a:avLst/>
            <a:gdLst>
              <a:gd name="connsiteX0" fmla="*/ 0 w 5383244"/>
              <a:gd name="connsiteY0" fmla="*/ 0 h 6857999"/>
              <a:gd name="connsiteX1" fmla="*/ 2316626 w 5383244"/>
              <a:gd name="connsiteY1" fmla="*/ 0 h 6857999"/>
              <a:gd name="connsiteX2" fmla="*/ 5127002 w 5383244"/>
              <a:gd name="connsiteY2" fmla="*/ 2810376 h 6857999"/>
              <a:gd name="connsiteX3" fmla="*/ 5127002 w 5383244"/>
              <a:gd name="connsiteY3" fmla="*/ 4047623 h 6857999"/>
              <a:gd name="connsiteX4" fmla="*/ 2316626 w 5383244"/>
              <a:gd name="connsiteY4" fmla="*/ 6857999 h 6857999"/>
              <a:gd name="connsiteX5" fmla="*/ 0 w 5383244"/>
              <a:gd name="connsiteY5" fmla="*/ 6857999 h 6857999"/>
            </a:gdLst>
            <a:ahLst/>
            <a:cxnLst/>
            <a:rect l="l" t="t" r="r" b="b"/>
            <a:pathLst>
              <a:path w="5383244" h="6857999">
                <a:moveTo>
                  <a:pt x="0" y="0"/>
                </a:moveTo>
                <a:lnTo>
                  <a:pt x="2316626" y="0"/>
                </a:lnTo>
                <a:lnTo>
                  <a:pt x="5127002" y="2810376"/>
                </a:lnTo>
                <a:cubicBezTo>
                  <a:pt x="5468658" y="3152032"/>
                  <a:pt x="5468658" y="3705966"/>
                  <a:pt x="5127002" y="4047623"/>
                </a:cubicBezTo>
                <a:lnTo>
                  <a:pt x="2316626" y="6857999"/>
                </a:lnTo>
                <a:lnTo>
                  <a:pt x="0" y="685799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buNone/>
              <a:defRPr sz="1200"/>
            </a:lvl1pPr>
          </a:lstStyle>
          <a:p/>
        </p:txBody>
      </p:sp>
      <p:pic>
        <p:nvPicPr>
          <p:cNvPr id="1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6440" y="116632"/>
            <a:ext cx="2025216" cy="5169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-19269" y="692696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箭头: 五边形 50"/>
          <p:cNvSpPr>
            <a:spLocks noGrp="1"/>
          </p:cNvSpPr>
          <p:nvPr/>
        </p:nvSpPr>
        <p:spPr>
          <a:xfrm rot="10800000" flipH="1" flipV="1">
            <a:off x="335360" y="191431"/>
            <a:ext cx="381636" cy="327641"/>
          </a:xfrm>
          <a:prstGeom prst="homePlate">
            <a:avLst/>
          </a:prstGeom>
          <a:noFill/>
          <a:ln w="38100" cmpd="sng">
            <a:solidFill>
              <a:srgbClr val="023892"/>
            </a:solidFill>
            <a:prstDash val="sysDot"/>
          </a:ln>
        </p:spPr>
        <p:txBody>
          <a:bodyPr anchor="ctr"/>
          <a:lstStyle/>
          <a:p>
            <a:pPr algn="ctr">
              <a:buNone/>
            </a:pPr>
            <a:endParaRPr sz="18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箭头: 五边形 51"/>
          <p:cNvSpPr>
            <a:spLocks noGrp="1"/>
          </p:cNvSpPr>
          <p:nvPr/>
        </p:nvSpPr>
        <p:spPr>
          <a:xfrm rot="10800000" flipH="1" flipV="1">
            <a:off x="716997" y="173354"/>
            <a:ext cx="446362" cy="360000"/>
          </a:xfrm>
          <a:prstGeom prst="homePlate">
            <a:avLst/>
          </a:prstGeom>
          <a:solidFill>
            <a:srgbClr val="023892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sz="18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163360" y="158026"/>
            <a:ext cx="7891899" cy="534670"/>
          </a:xfrm>
          <a:prstGeom prst="rect">
            <a:avLst/>
          </a:prstGeom>
        </p:spPr>
        <p:txBody>
          <a:bodyPr/>
          <a:lstStyle>
            <a:lvl1pPr>
              <a:buNone/>
              <a:defRPr sz="24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4" name="日期占位符 1"/>
          <p:cNvSpPr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/>
        </p:txBody>
      </p:sp>
      <p:sp>
        <p:nvSpPr>
          <p:cNvPr id="6" name="页脚占位符 2"/>
          <p:cNvSpPr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/>
        </p:txBody>
      </p:sp>
      <p:sp>
        <p:nvSpPr>
          <p:cNvPr id="7" name="灯片编号占位符 3"/>
          <p:cNvSpPr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目录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 flipH="1">
            <a:off x="-149212" y="-10571152"/>
            <a:ext cx="742438" cy="1019672"/>
          </a:xfrm>
          <a:prstGeom prst="rect">
            <a:avLst/>
          </a:prstGeom>
          <a:solidFill>
            <a:srgbClr val="0238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4400" b="1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 flipH="1">
            <a:off x="-149212" y="-11590825"/>
            <a:ext cx="1046484" cy="602092"/>
          </a:xfrm>
          <a:prstGeom prst="rect">
            <a:avLst/>
          </a:prstGeom>
          <a:solidFill>
            <a:srgbClr val="0238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 flipH="1">
            <a:off x="-891649" y="-11173245"/>
            <a:ext cx="304046" cy="41758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 flipH="1">
            <a:off x="-1195695" y="-11173245"/>
            <a:ext cx="304046" cy="417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 flipH="1">
            <a:off x="-891649" y="-10571152"/>
            <a:ext cx="304046" cy="417580"/>
          </a:xfrm>
          <a:prstGeom prst="rect">
            <a:avLst/>
          </a:prstGeom>
          <a:solidFill>
            <a:srgbClr val="8AB1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 flipH="1">
            <a:off x="-1374233" y="-10571153"/>
            <a:ext cx="563899" cy="774465"/>
          </a:xfrm>
          <a:prstGeom prst="rect">
            <a:avLst/>
          </a:prstGeom>
          <a:solidFill>
            <a:srgbClr val="15638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 flipH="1">
            <a:off x="-1786110" y="-11136830"/>
            <a:ext cx="304046" cy="41758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15428" y="216535"/>
            <a:ext cx="4662805" cy="601345"/>
          </a:xfrm>
        </p:spPr>
        <p:txBody>
          <a:bodyPr/>
          <a:lstStyle>
            <a:lvl1pPr algn="l">
              <a:lnSpc>
                <a:spcPct val="100000"/>
              </a:lnSpc>
              <a:buNone/>
              <a:defRPr>
                <a:solidFill>
                  <a:srgbClr val="023892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箭头: 五边形 50"/>
          <p:cNvSpPr>
            <a:spLocks noGrp="1"/>
          </p:cNvSpPr>
          <p:nvPr/>
        </p:nvSpPr>
        <p:spPr>
          <a:xfrm rot="10800000" flipH="1" flipV="1">
            <a:off x="603333" y="318325"/>
            <a:ext cx="381636" cy="327641"/>
          </a:xfrm>
          <a:prstGeom prst="homePlate">
            <a:avLst/>
          </a:prstGeom>
          <a:noFill/>
          <a:ln w="38100" cmpd="sng">
            <a:solidFill>
              <a:srgbClr val="023892"/>
            </a:solidFill>
            <a:prstDash val="sysDot"/>
          </a:ln>
        </p:spPr>
        <p:txBody>
          <a:bodyPr anchor="ctr"/>
          <a:lstStyle/>
          <a:p>
            <a:pPr algn="ctr">
              <a:buNone/>
            </a:pPr>
            <a:endParaRPr sz="18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箭头: 五边形 51"/>
          <p:cNvSpPr>
            <a:spLocks noGrp="1"/>
          </p:cNvSpPr>
          <p:nvPr/>
        </p:nvSpPr>
        <p:spPr>
          <a:xfrm rot="10800000" flipH="1" flipV="1">
            <a:off x="984970" y="300248"/>
            <a:ext cx="446362" cy="360000"/>
          </a:xfrm>
          <a:prstGeom prst="homePlate">
            <a:avLst/>
          </a:prstGeom>
          <a:solidFill>
            <a:srgbClr val="023892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sz="18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buNone/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7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470" y="174625"/>
            <a:ext cx="2741930" cy="645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版式"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207976" y="127000"/>
            <a:ext cx="469950" cy="46990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lnSpc>
                <a:spcPct val="110000"/>
              </a:lnSpc>
              <a:buNone/>
            </a:pPr>
            <a:endParaRPr sz="3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963" y="0"/>
            <a:ext cx="469950" cy="46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lnSpc>
                <a:spcPct val="110000"/>
              </a:lnSpc>
              <a:buNone/>
            </a:pPr>
            <a:endParaRPr sz="3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0" y="6704013"/>
            <a:ext cx="12192000" cy="144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lnSpc>
                <a:spcPct val="110000"/>
              </a:lnSpc>
              <a:buNone/>
            </a:pPr>
            <a:endParaRPr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0" hasCustomPrompt="1"/>
          </p:nvPr>
        </p:nvSpPr>
        <p:spPr>
          <a:xfrm>
            <a:off x="677927" y="127000"/>
            <a:ext cx="3453204" cy="4556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>
              <a:spcAft>
                <a:spcPct val="0"/>
              </a:spcAft>
              <a:buNone/>
            </a:pPr>
            <a:r>
              <a:t>在此输入标题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1" hasCustomPrompt="1"/>
          </p:nvPr>
        </p:nvSpPr>
        <p:spPr>
          <a:xfrm>
            <a:off x="10339161" y="70870"/>
            <a:ext cx="1700439" cy="5821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在此放置</a:t>
            </a:r>
            <a:r>
              <a:t>logo</a:t>
            </a: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/>
      <p:sp>
        <p:nvSpPr>
          <p:cNvPr id="6" name="日期占位符 1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/>
        </p:txBody>
      </p:sp>
      <p:sp>
        <p:nvSpPr>
          <p:cNvPr id="7" name="页脚占位符 2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8" name="灯片编号占位符 3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buNone/>
              <a:defRPr sz="5000" spc="200" baseline="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 algn="l">
              <a:buNone/>
              <a:defRPr/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>
            <a:spLocks noGrp="1"/>
          </p:cNvSpPr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buNone/>
              <a:defRPr sz="5000" b="0" spc="200" baseline="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8" name="Straight Connector 7"/>
          <p:cNvSpPr>
            <a:spLocks noGrp="1"/>
          </p:cNvSpPr>
          <p:nvPr/>
        </p:nv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kern="1200" cap="none" baseline="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>
              <a:lnSpc>
                <a:spcPct val="90000"/>
              </a:lnSpc>
              <a:spcBef>
                <a:spcPts val="1800"/>
              </a:spcBef>
              <a:buNone/>
            </a:pPr>
            <a: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buNone/>
              <a:defRPr sz="4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buNone/>
              <a:defRPr sz="5000" spc="200" baseline="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单击图标添加图片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8" name="Straight Connector 7"/>
          <p:cNvSpPr>
            <a:spLocks noGrp="1"/>
          </p:cNvSpPr>
          <p:nvPr/>
        </p:nv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Straight Connector 6"/>
          <p:cNvSpPr>
            <a:spLocks noGrp="1"/>
          </p:cNvSpPr>
          <p:nvPr/>
        </p:nv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-19269" y="903923"/>
            <a:ext cx="12212955" cy="0"/>
          </a:xfrm>
          <a:prstGeom prst="line">
            <a:avLst/>
          </a:prstGeom>
          <a:ln w="22225">
            <a:solidFill>
              <a:srgbClr val="023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箭头: 五边形 50"/>
          <p:cNvSpPr>
            <a:spLocks noGrp="1"/>
          </p:cNvSpPr>
          <p:nvPr/>
        </p:nvSpPr>
        <p:spPr>
          <a:xfrm rot="10800000" flipH="1" flipV="1">
            <a:off x="603333" y="318325"/>
            <a:ext cx="381636" cy="327641"/>
          </a:xfrm>
          <a:prstGeom prst="homePlate">
            <a:avLst/>
          </a:prstGeom>
          <a:noFill/>
          <a:ln w="38100" cmpd="sng">
            <a:solidFill>
              <a:srgbClr val="023892"/>
            </a:solidFill>
            <a:prstDash val="sysDot"/>
          </a:ln>
        </p:spPr>
        <p:txBody>
          <a:bodyPr anchor="ctr"/>
          <a:lstStyle/>
          <a:p>
            <a:pPr algn="ctr">
              <a:buNone/>
            </a:pPr>
            <a:endParaRPr sz="1800">
              <a:latin typeface="+mn-lt"/>
              <a:ea typeface="+mn-lt"/>
              <a:cs typeface="+mn-lt"/>
            </a:endParaRPr>
          </a:p>
        </p:txBody>
      </p:sp>
      <p:sp>
        <p:nvSpPr>
          <p:cNvPr id="10" name="箭头: 五边形 51"/>
          <p:cNvSpPr>
            <a:spLocks noGrp="1"/>
          </p:cNvSpPr>
          <p:nvPr/>
        </p:nvSpPr>
        <p:spPr>
          <a:xfrm rot="10800000" flipH="1" flipV="1">
            <a:off x="984970" y="300248"/>
            <a:ext cx="446362" cy="360000"/>
          </a:xfrm>
          <a:prstGeom prst="homePlate">
            <a:avLst/>
          </a:prstGeom>
          <a:solidFill>
            <a:srgbClr val="023892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sz="1800">
              <a:latin typeface="+mn-lt"/>
              <a:ea typeface="+mn-lt"/>
              <a:cs typeface="+mn-lt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buNone/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7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590" y="206375"/>
            <a:ext cx="2161540" cy="50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/>
      <p:sp>
        <p:nvSpPr>
          <p:cNvPr id="9" name="箭头: 五边形 50"/>
          <p:cNvSpPr>
            <a:spLocks noGrp="1"/>
          </p:cNvSpPr>
          <p:nvPr/>
        </p:nvSpPr>
        <p:spPr>
          <a:xfrm rot="10800000" flipH="1" flipV="1">
            <a:off x="603333" y="318325"/>
            <a:ext cx="381636" cy="327641"/>
          </a:xfrm>
          <a:prstGeom prst="homePlate">
            <a:avLst/>
          </a:prstGeom>
          <a:noFill/>
          <a:ln w="38100" cmpd="sng">
            <a:solidFill>
              <a:srgbClr val="023892"/>
            </a:solidFill>
            <a:prstDash val="sysDot"/>
          </a:ln>
        </p:spPr>
        <p:txBody>
          <a:bodyPr anchor="ctr"/>
          <a:lstStyle/>
          <a:p>
            <a:pPr algn="ctr">
              <a:buNone/>
            </a:pPr>
            <a:endParaRPr sz="1800">
              <a:latin typeface="+mn-lt"/>
              <a:ea typeface="+mn-lt"/>
              <a:cs typeface="+mn-lt"/>
            </a:endParaRPr>
          </a:p>
        </p:txBody>
      </p:sp>
      <p:sp>
        <p:nvSpPr>
          <p:cNvPr id="10" name="箭头: 五边形 51"/>
          <p:cNvSpPr>
            <a:spLocks noGrp="1"/>
          </p:cNvSpPr>
          <p:nvPr/>
        </p:nvSpPr>
        <p:spPr>
          <a:xfrm rot="10800000" flipH="1" flipV="1">
            <a:off x="984970" y="300248"/>
            <a:ext cx="446362" cy="360000"/>
          </a:xfrm>
          <a:prstGeom prst="homePlate">
            <a:avLst/>
          </a:prstGeom>
          <a:solidFill>
            <a:srgbClr val="023892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sz="1800">
              <a:latin typeface="+mn-lt"/>
              <a:ea typeface="+mn-lt"/>
              <a:cs typeface="+mn-lt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9560" y="280670"/>
            <a:ext cx="9719945" cy="534670"/>
          </a:xfrm>
        </p:spPr>
        <p:txBody>
          <a:bodyPr/>
          <a:lstStyle>
            <a:lvl1pPr>
              <a:buNone/>
              <a:defRPr sz="28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4" name="Freeform: Shape 44"/>
          <p:cNvSpPr>
            <a:spLocks noGrp="1"/>
          </p:cNvSpPr>
          <p:nvPr/>
        </p:nvSpPr>
        <p:spPr>
          <a:xfrm>
            <a:off x="1" y="3354056"/>
            <a:ext cx="4857898" cy="3503946"/>
          </a:xfrm>
          <a:custGeom>
            <a:avLst/>
            <a:gdLst>
              <a:gd name="connsiteX0" fmla="*/ 1467469 w 3428779"/>
              <a:gd name="connsiteY0" fmla="*/ 0 h 2473139"/>
              <a:gd name="connsiteX1" fmla="*/ 3428779 w 3428779"/>
              <a:gd name="connsiteY1" fmla="*/ 1961310 h 2473139"/>
              <a:gd name="connsiteX2" fmla="*/ 3388932 w 3428779"/>
              <a:gd name="connsiteY2" fmla="*/ 2356583 h 2473139"/>
              <a:gd name="connsiteX3" fmla="*/ 3358963 w 3428779"/>
              <a:gd name="connsiteY3" fmla="*/ 2473139 h 2473139"/>
              <a:gd name="connsiteX4" fmla="*/ 2402767 w 3428779"/>
              <a:gd name="connsiteY4" fmla="*/ 2473139 h 2473139"/>
              <a:gd name="connsiteX5" fmla="*/ 2404968 w 3428779"/>
              <a:gd name="connsiteY5" fmla="*/ 2469516 h 2473139"/>
              <a:gd name="connsiteX6" fmla="*/ 2533650 w 3428779"/>
              <a:gd name="connsiteY6" fmla="*/ 1961310 h 2473139"/>
              <a:gd name="connsiteX7" fmla="*/ 1467469 w 3428779"/>
              <a:gd name="connsiteY7" fmla="*/ 895129 h 2473139"/>
              <a:gd name="connsiteX8" fmla="*/ 401288 w 3428779"/>
              <a:gd name="connsiteY8" fmla="*/ 1961310 h 2473139"/>
              <a:gd name="connsiteX9" fmla="*/ 529970 w 3428779"/>
              <a:gd name="connsiteY9" fmla="*/ 2469516 h 2473139"/>
              <a:gd name="connsiteX10" fmla="*/ 532172 w 3428779"/>
              <a:gd name="connsiteY10" fmla="*/ 2473139 h 2473139"/>
              <a:gd name="connsiteX11" fmla="*/ 0 w 3428779"/>
              <a:gd name="connsiteY11" fmla="*/ 2473139 h 2473139"/>
              <a:gd name="connsiteX12" fmla="*/ 0 w 3428779"/>
              <a:gd name="connsiteY12" fmla="*/ 663151 h 2473139"/>
              <a:gd name="connsiteX13" fmla="*/ 80613 w 3428779"/>
              <a:gd name="connsiteY13" fmla="*/ 574455 h 2473139"/>
              <a:gd name="connsiteX14" fmla="*/ 1467469 w 3428779"/>
              <a:gd name="connsiteY14" fmla="*/ 0 h 2473139"/>
            </a:gdLst>
            <a:ahLst/>
            <a:cxnLst/>
            <a:rect l="l" t="t" r="r" b="b"/>
            <a:pathLst>
              <a:path w="3428779" h="2473139">
                <a:moveTo>
                  <a:pt x="1467469" y="0"/>
                </a:moveTo>
                <a:cubicBezTo>
                  <a:pt x="2550671" y="0"/>
                  <a:pt x="3428779" y="878108"/>
                  <a:pt x="3428779" y="1961310"/>
                </a:cubicBezTo>
                <a:cubicBezTo>
                  <a:pt x="3428779" y="2096711"/>
                  <a:pt x="3415059" y="2228906"/>
                  <a:pt x="3388932" y="2356583"/>
                </a:cubicBezTo>
                <a:lnTo>
                  <a:pt x="3358963" y="2473139"/>
                </a:lnTo>
                <a:lnTo>
                  <a:pt x="2402767" y="2473139"/>
                </a:lnTo>
                <a:lnTo>
                  <a:pt x="2404968" y="2469516"/>
                </a:lnTo>
                <a:cubicBezTo>
                  <a:pt x="2487034" y="2318445"/>
                  <a:pt x="2533650" y="2145322"/>
                  <a:pt x="2533650" y="1961310"/>
                </a:cubicBezTo>
                <a:cubicBezTo>
                  <a:pt x="2533650" y="1372474"/>
                  <a:pt x="2056305" y="895129"/>
                  <a:pt x="1467469" y="895129"/>
                </a:cubicBezTo>
                <a:cubicBezTo>
                  <a:pt x="878633" y="895129"/>
                  <a:pt x="401288" y="1372474"/>
                  <a:pt x="401288" y="1961310"/>
                </a:cubicBezTo>
                <a:cubicBezTo>
                  <a:pt x="401288" y="2145322"/>
                  <a:pt x="447904" y="2318445"/>
                  <a:pt x="529970" y="2469516"/>
                </a:cubicBezTo>
                <a:lnTo>
                  <a:pt x="532172" y="2473139"/>
                </a:lnTo>
                <a:lnTo>
                  <a:pt x="0" y="2473139"/>
                </a:lnTo>
                <a:lnTo>
                  <a:pt x="0" y="663151"/>
                </a:lnTo>
                <a:lnTo>
                  <a:pt x="80613" y="574455"/>
                </a:lnTo>
                <a:cubicBezTo>
                  <a:pt x="435541" y="219527"/>
                  <a:pt x="925868" y="0"/>
                  <a:pt x="1467469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pic>
        <p:nvPicPr>
          <p:cNvPr id="17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590" y="206375"/>
            <a:ext cx="2161540" cy="50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1305719" y="1047540"/>
            <a:ext cx="2163195" cy="157954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lnSpc>
                <a:spcPct val="150000"/>
              </a:lnSpc>
              <a:buNone/>
            </a:pP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版权声明</a:t>
            </a:r>
            <a:b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感谢您下载平台上提供的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作品，为了您和熊猫办公以及原创作者的利益，请勿复制、传播、销售，否则将承担法律责任！熊猫办公将对作品进行维权，按照传播下载次数进行十倍的索取赔偿！</a:t>
            </a:r>
            <a:b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在熊猫办公出售的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模板是免版税类（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RF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Royalty-Free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）正版受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中国人民共和国著作法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世界版权公约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的保护，作品的所有权、版权和著作权归熊猫办公所有，您下载的是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模板素材的使用权。</a:t>
            </a:r>
            <a:b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不得将熊猫办公的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模板、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素材，本身用于再出售，或者出租、出借、转让、分销、发布或者作为礼物供他人使用，不得转授权、出卖、转让本协议或者本协议中的权利。</a:t>
            </a:r>
            <a:br>
              <a:rPr sz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sz="1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4" Type="http://schemas.openxmlformats.org/officeDocument/2006/relationships/theme" Target="../theme/theme2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openxmlformats.org/officeDocument/2006/relationships/image" Target="../media/image3.jpeg"/><Relationship Id="rId4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4" Type="http://schemas.openxmlformats.org/officeDocument/2006/relationships/theme" Target="../theme/theme5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7" Type="http://schemas.openxmlformats.org/officeDocument/2006/relationships/theme" Target="../theme/theme6.xml"/><Relationship Id="rId1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6.xml"/><Relationship Id="rId13" Type="http://schemas.openxmlformats.org/officeDocument/2006/relationships/theme" Target="../theme/theme7.xml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65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9.xml"/><Relationship Id="rId3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7.xml"/><Relationship Id="rId15" Type="http://schemas.openxmlformats.org/officeDocument/2006/relationships/theme" Target="../theme/theme8.xml"/><Relationship Id="rId14" Type="http://schemas.openxmlformats.org/officeDocument/2006/relationships/image" Target="../media/image4.png"/><Relationship Id="rId13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5.xml"/><Relationship Id="rId1" Type="http://schemas.openxmlformats.org/officeDocument/2006/relationships/slideLayout" Target="../slideLayouts/slideLayout76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3" Type="http://schemas.openxmlformats.org/officeDocument/2006/relationships/theme" Target="../theme/theme9.xml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5" Type="http://schemas.openxmlformats.org/officeDocument/2006/relationships/theme" Target="../theme/theme10.xml"/><Relationship Id="rId14" Type="http://schemas.openxmlformats.org/officeDocument/2006/relationships/image" Target="../media/image4.png"/><Relationship Id="rId13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1.xml"/><Relationship Id="rId8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18.xml"/><Relationship Id="rId5" Type="http://schemas.openxmlformats.org/officeDocument/2006/relationships/slideLayout" Target="../slideLayouts/slideLayout117.xml"/><Relationship Id="rId4" Type="http://schemas.openxmlformats.org/officeDocument/2006/relationships/slideLayout" Target="../slideLayouts/slideLayout116.xml"/><Relationship Id="rId3" Type="http://schemas.openxmlformats.org/officeDocument/2006/relationships/slideLayout" Target="../slideLayouts/slideLayout115.xml"/><Relationship Id="rId2" Type="http://schemas.openxmlformats.org/officeDocument/2006/relationships/slideLayout" Target="../slideLayouts/slideLayout114.xml"/><Relationship Id="rId17" Type="http://schemas.openxmlformats.org/officeDocument/2006/relationships/theme" Target="../theme/theme11.xml"/><Relationship Id="rId16" Type="http://schemas.openxmlformats.org/officeDocument/2006/relationships/slideLayout" Target="../slideLayouts/slideLayout128.xml"/><Relationship Id="rId15" Type="http://schemas.openxmlformats.org/officeDocument/2006/relationships/slideLayout" Target="../slideLayouts/slideLayout127.xml"/><Relationship Id="rId14" Type="http://schemas.openxmlformats.org/officeDocument/2006/relationships/slideLayout" Target="../slideLayouts/slideLayout126.xml"/><Relationship Id="rId13" Type="http://schemas.openxmlformats.org/officeDocument/2006/relationships/slideLayout" Target="../slideLayouts/slideLayout125.xml"/><Relationship Id="rId12" Type="http://schemas.openxmlformats.org/officeDocument/2006/relationships/slideLayout" Target="../slideLayouts/slideLayout124.xml"/><Relationship Id="rId11" Type="http://schemas.openxmlformats.org/officeDocument/2006/relationships/slideLayout" Target="../slideLayouts/slideLayout123.xml"/><Relationship Id="rId10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2pPr>
      <a:lvl3pPr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3pPr>
      <a:lvl4pPr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4pPr>
      <a:lvl5pPr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5pPr>
      <a:lvl6pPr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6pPr>
      <a:lvl7pPr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7pPr>
      <a:lvl8pPr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8pPr>
      <a:lvl9pPr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9pPr>
    </p:titleStyle>
    <p:bodyStyle>
      <a:lvl1pPr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Arial" panose="020B0604020202020204"/>
        <a:buChar char="•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Arial" panose="020B0604020202020204"/>
        <a:buChar char="•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0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57167" y="161925"/>
            <a:ext cx="3390900" cy="495300"/>
          </a:xfrm>
          <a:prstGeom prst="rect">
            <a:avLst/>
          </a:prstGeom>
          <a:ln w="9525">
            <a:noFill/>
          </a:ln>
        </p:spPr>
      </p:pic>
      <p:sp>
        <p:nvSpPr>
          <p:cNvPr id="8" name="直接连接符 7"/>
          <p:cNvSpPr>
            <a:spLocks noGrp="1"/>
          </p:cNvSpPr>
          <p:nvPr/>
        </p:nvSpPr>
        <p:spPr>
          <a:xfrm>
            <a:off x="389467" y="871538"/>
            <a:ext cx="11468100" cy="1588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2pPr>
      <a:lvl3pPr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3pPr>
      <a:lvl4pPr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4pPr>
      <a:lvl5pPr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5pPr>
      <a:lvl6pPr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6pPr>
      <a:lvl7pPr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7pPr>
      <a:lvl8pPr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8pPr>
      <a:lvl9pPr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9pPr>
    </p:titleStyle>
    <p:bodyStyle>
      <a:lvl1pPr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Arial" panose="020B0604020202020204"/>
        <a:buChar char="•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Arial" panose="020B0604020202020204"/>
        <a:buChar char="•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075" name="文本占位符 2"/>
          <p:cNvSpPr>
            <a:spLocks noGrp="1"/>
          </p:cNvSpPr>
          <p:nvPr>
            <p:ph type="body" idx="10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171450">
              <a:buNone/>
            </a:pPr>
            <a:r>
              <a:t>单击此处编辑母版文本样式</a:t>
            </a:r>
          </a:p>
          <a:p>
            <a:pPr lvl="1" indent="-171450">
              <a:buNone/>
            </a:pPr>
            <a:r>
              <a:t>第二级</a:t>
            </a:r>
          </a:p>
          <a:p>
            <a:pPr lvl="2" indent="-171450">
              <a:buNone/>
            </a:pPr>
            <a:r>
              <a:t>第三级</a:t>
            </a:r>
          </a:p>
          <a:p>
            <a:pPr lvl="3" indent="-171450">
              <a:buNone/>
            </a:pPr>
            <a:r>
              <a:t>第四级</a:t>
            </a:r>
          </a:p>
          <a:p>
            <a:pPr lvl="4" indent="-171450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Font typeface="Arial" panose="020B0604020202020204"/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Font typeface="Arial" panose="020B0604020202020204"/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chemeClr val="tx1">
                  <a:tint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9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/>
              <a:buNone/>
            </a:pPr>
            <a:endParaRPr sz="900" b="0" i="0" u="none" kern="1200" cap="none" spc="0" baseline="0">
              <a:ln>
                <a:noFill/>
              </a:ln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hf sldNum="0" hdr="0" ftr="0" dt="0"/>
  <p:txStyles>
    <p:titleStyle>
      <a:lvl1pPr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2pPr>
      <a:lvl3pPr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3pPr>
      <a:lvl4pPr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4pPr>
      <a:lvl5pPr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5pPr>
      <a:lvl6pPr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6pPr>
      <a:lvl7pPr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7pPr>
      <a:lvl8pPr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8pPr>
      <a:lvl9pPr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9pPr>
    </p:titleStyle>
    <p:bodyStyle>
      <a:lvl1pPr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Arial" panose="020B0604020202020204"/>
        <a:buChar char="•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Arial" panose="020B0604020202020204"/>
        <a:buChar char="•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</p:sldLayoutIdLst>
  <p:hf sldNum="0" hdr="0" ftr="0" dt="0"/>
  <p:txStyles>
    <p:titleStyle>
      <a:lvl1pPr algn="ctr" defTabSz="1219200">
        <a:spcBef>
          <a:spcPct val="0"/>
        </a:spcBef>
        <a:spcAft>
          <a:spcPct val="0"/>
        </a:spcAft>
        <a:buNone/>
        <a:defRPr sz="5800" kern="1200">
          <a:solidFill>
            <a:schemeClr val="tx1"/>
          </a:solidFill>
          <a:latin typeface="+mj-lt"/>
          <a:ea typeface="+mj-lt"/>
          <a:cs typeface="+mj-lt"/>
        </a:defRPr>
      </a:lvl1pPr>
      <a:lvl2pPr algn="ctr" defTabSz="1219200">
        <a:spcBef>
          <a:spcPct val="0"/>
        </a:spcBef>
        <a:spcAft>
          <a:spcPct val="0"/>
        </a:spcAft>
        <a:buNone/>
        <a:defRPr sz="58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2pPr>
      <a:lvl3pPr algn="ctr" defTabSz="1219200">
        <a:spcBef>
          <a:spcPct val="0"/>
        </a:spcBef>
        <a:spcAft>
          <a:spcPct val="0"/>
        </a:spcAft>
        <a:buNone/>
        <a:defRPr sz="58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3pPr>
      <a:lvl4pPr algn="ctr" defTabSz="1219200">
        <a:spcBef>
          <a:spcPct val="0"/>
        </a:spcBef>
        <a:spcAft>
          <a:spcPct val="0"/>
        </a:spcAft>
        <a:buNone/>
        <a:defRPr sz="58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4pPr>
      <a:lvl5pPr algn="ctr" defTabSz="1219200">
        <a:spcBef>
          <a:spcPct val="0"/>
        </a:spcBef>
        <a:spcAft>
          <a:spcPct val="0"/>
        </a:spcAft>
        <a:buNone/>
        <a:defRPr sz="58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5pPr>
      <a:lvl6pPr marL="457200" algn="ctr" defTabSz="1219200">
        <a:spcBef>
          <a:spcPct val="0"/>
        </a:spcBef>
        <a:spcAft>
          <a:spcPct val="0"/>
        </a:spcAft>
        <a:buNone/>
        <a:defRPr sz="58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6pPr>
      <a:lvl7pPr marL="914400" algn="ctr" defTabSz="1219200">
        <a:spcBef>
          <a:spcPct val="0"/>
        </a:spcBef>
        <a:spcAft>
          <a:spcPct val="0"/>
        </a:spcAft>
        <a:buNone/>
        <a:defRPr sz="58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7pPr>
      <a:lvl8pPr marL="1371600" algn="ctr" defTabSz="1219200">
        <a:spcBef>
          <a:spcPct val="0"/>
        </a:spcBef>
        <a:spcAft>
          <a:spcPct val="0"/>
        </a:spcAft>
        <a:buNone/>
        <a:defRPr sz="58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8pPr>
      <a:lvl9pPr marL="1828800" algn="ctr" defTabSz="1219200">
        <a:spcBef>
          <a:spcPct val="0"/>
        </a:spcBef>
        <a:spcAft>
          <a:spcPct val="0"/>
        </a:spcAft>
        <a:buNone/>
        <a:defRPr sz="58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9pPr>
    </p:titleStyle>
    <p:bodyStyle>
      <a:lvl1pPr marL="457200" indent="-457200" algn="l" defTabSz="1219200">
        <a:spcBef>
          <a:spcPts val="125"/>
        </a:spcBef>
        <a:spcAft>
          <a:spcPct val="0"/>
        </a:spcAft>
        <a:buFont typeface="Arial" panose="020B0604020202020204"/>
        <a:buChar char="•"/>
        <a:defRPr sz="4200" kern="1200">
          <a:solidFill>
            <a:schemeClr val="tx1"/>
          </a:solidFill>
          <a:latin typeface="+mn-lt"/>
          <a:ea typeface="+mn-lt"/>
          <a:cs typeface="+mn-lt"/>
        </a:defRPr>
      </a:lvl1pPr>
      <a:lvl2pPr marL="990600" indent="-381000" algn="l" defTabSz="1219200">
        <a:spcBef>
          <a:spcPts val="125"/>
        </a:spcBef>
        <a:spcAft>
          <a:spcPct val="0"/>
        </a:spcAft>
        <a:buFont typeface="Arial" panose="020B0604020202020204"/>
        <a:buChar char="–"/>
        <a:defRPr sz="3700" kern="1200">
          <a:solidFill>
            <a:schemeClr val="tx1"/>
          </a:solidFill>
          <a:latin typeface="+mn-lt"/>
          <a:ea typeface="+mn-lt"/>
          <a:cs typeface="+mn-lt"/>
        </a:defRPr>
      </a:lvl2pPr>
      <a:lvl3pPr marL="1524000" indent="-304800" algn="l" defTabSz="1219200">
        <a:spcBef>
          <a:spcPts val="125"/>
        </a:spcBef>
        <a:spcAft>
          <a:spcPct val="0"/>
        </a:spcAft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3pPr>
      <a:lvl4pPr marL="2133600" indent="-304800" algn="l" defTabSz="1219200">
        <a:spcBef>
          <a:spcPts val="125"/>
        </a:spcBef>
        <a:spcAft>
          <a:spcPct val="0"/>
        </a:spcAft>
        <a:buFont typeface="Arial" panose="020B0604020202020204"/>
        <a:buChar char="–"/>
        <a:defRPr sz="2600" kern="1200">
          <a:solidFill>
            <a:schemeClr val="tx1"/>
          </a:solidFill>
          <a:latin typeface="+mn-lt"/>
          <a:ea typeface="+mn-lt"/>
          <a:cs typeface="+mn-lt"/>
        </a:defRPr>
      </a:lvl4pPr>
      <a:lvl5pPr marL="2743200" indent="-304800" algn="l" defTabSz="1219200">
        <a:spcBef>
          <a:spcPts val="125"/>
        </a:spcBef>
        <a:spcAft>
          <a:spcPct val="0"/>
        </a:spcAft>
        <a:buFont typeface="Arial" panose="020B0604020202020204"/>
        <a:buChar char="»"/>
        <a:defRPr sz="2600" kern="1200">
          <a:solidFill>
            <a:schemeClr val="tx1"/>
          </a:solidFill>
          <a:latin typeface="+mn-lt"/>
          <a:ea typeface="+mn-lt"/>
          <a:cs typeface="+mn-lt"/>
        </a:defRPr>
      </a:lvl5pPr>
      <a:lvl6pPr marL="3352800" indent="-304800" algn="l" defTabSz="1219200">
        <a:spcBef>
          <a:spcPts val="13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6pPr>
      <a:lvl7pPr marL="3962400" indent="-304800" algn="l" defTabSz="1219200">
        <a:spcBef>
          <a:spcPts val="13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7pPr>
      <a:lvl8pPr marL="4572000" indent="-304800" algn="l" defTabSz="1219200">
        <a:spcBef>
          <a:spcPts val="13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8pPr>
      <a:lvl9pPr marL="5181600" indent="-304800" algn="l" defTabSz="1219200">
        <a:spcBef>
          <a:spcPts val="13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12192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600" algn="l" defTabSz="12192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200" algn="l" defTabSz="12192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800" algn="l" defTabSz="12192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400" algn="l" defTabSz="12192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8000" algn="l" defTabSz="12192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7600" algn="l" defTabSz="12192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7200" algn="l" defTabSz="12192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800" algn="l" defTabSz="12192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600" b="1" u="none" kern="1200" cap="none" spc="300" baseline="0">
          <a:solidFill>
            <a:schemeClr val="tx1">
              <a:lumMod val="85000"/>
              <a:lumOff val="1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1pPr>
    </p:titleStyle>
    <p:bodyStyle>
      <a:lvl1pPr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 panose="020B0604020202020204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914400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lt"/>
          <a:cs typeface="+mj-lt"/>
        </a:defRPr>
      </a:lvl1pPr>
    </p:titleStyle>
    <p:bodyStyle>
      <a:lvl1pPr marL="91440" indent="-91440" algn="l" defTabSz="91440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/>
        <a:buChar char=" "/>
        <a:defRPr sz="2200" kern="1200">
          <a:solidFill>
            <a:schemeClr val="tx1"/>
          </a:solidFill>
          <a:latin typeface="+mn-lt"/>
          <a:ea typeface="+mn-lt"/>
          <a:cs typeface="+mn-lt"/>
        </a:defRPr>
      </a:lvl1pPr>
      <a:lvl2pPr marL="265430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/>
        <a:buChar char="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448310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marL="594360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777240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marL="914400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marL="1060450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marL="1216025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marL="1362710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/>
        </p:txBody>
      </p:sp>
      <p:pic>
        <p:nvPicPr>
          <p:cNvPr id="11" name="图片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6440" y="116632"/>
            <a:ext cx="2025216" cy="5169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600" b="1" u="none" kern="1200" cap="none" spc="300" baseline="0">
          <a:solidFill>
            <a:schemeClr val="tx1">
              <a:lumMod val="85000"/>
              <a:lumOff val="1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1pPr>
    </p:titleStyle>
    <p:bodyStyle>
      <a:lvl1pPr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 panose="020B0604020202020204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/>
        </p:txBody>
      </p:sp>
      <p:pic>
        <p:nvPicPr>
          <p:cNvPr id="11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56440" y="116632"/>
            <a:ext cx="2025216" cy="5169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600" b="1" u="none" kern="1200" cap="none" spc="300" baseline="0">
          <a:solidFill>
            <a:schemeClr val="tx1">
              <a:lumMod val="85000"/>
              <a:lumOff val="1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1pPr>
    </p:titleStyle>
    <p:bodyStyle>
      <a:lvl1pPr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 panose="020B0604020202020204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/>
        </p:txBody>
      </p:sp>
      <p:pic>
        <p:nvPicPr>
          <p:cNvPr id="11" name="图片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6440" y="116632"/>
            <a:ext cx="2025216" cy="5169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600" b="1" u="none" kern="1200" cap="none" spc="300" baseline="0">
          <a:solidFill>
            <a:schemeClr val="tx1">
              <a:lumMod val="85000"/>
              <a:lumOff val="1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1pPr>
    </p:titleStyle>
    <p:bodyStyle>
      <a:lvl1pPr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 panose="020B0604020202020204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/>
        </p:txBody>
      </p:sp>
      <p:pic>
        <p:nvPicPr>
          <p:cNvPr id="11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56440" y="116632"/>
            <a:ext cx="2025216" cy="5169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600" b="1" u="none" kern="1200" cap="none" spc="300" baseline="0">
          <a:solidFill>
            <a:schemeClr val="tx1">
              <a:lumMod val="85000"/>
              <a:lumOff val="1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1pPr>
    </p:titleStyle>
    <p:bodyStyle>
      <a:lvl1pPr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 panose="020B0604020202020204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</p:sldLayoutIdLst>
  <p:txStyles>
    <p:titleStyle>
      <a:lvl1pPr algn="l" defTabSz="914400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lt"/>
          <a:cs typeface="+mj-lt"/>
        </a:defRPr>
      </a:lvl1pPr>
    </p:titleStyle>
    <p:bodyStyle>
      <a:lvl1pPr marL="91440" indent="-91440" algn="l" defTabSz="91440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/>
        <a:buChar char=" "/>
        <a:defRPr sz="2200" kern="1200">
          <a:solidFill>
            <a:schemeClr val="tx1"/>
          </a:solidFill>
          <a:latin typeface="+mn-lt"/>
          <a:ea typeface="+mn-lt"/>
          <a:cs typeface="+mn-lt"/>
        </a:defRPr>
      </a:lvl1pPr>
      <a:lvl2pPr marL="265430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/>
        <a:buChar char="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448310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marL="594360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777240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marL="914400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marL="1060450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marL="1216025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marL="1362710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0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219075"/>
            <a:ext cx="8001000" cy="514350"/>
          </a:xfrm>
        </p:spPr>
        <p:txBody>
          <a:bodyPr wrap="none" lIns="0" tIns="0" rIns="0" bIns="0">
            <a:noAutofit/>
          </a:bodyPr>
          <a:lstStyle/>
          <a:p>
            <a:pPr>
              <a:defRPr sz="255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55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瑛泰</a:t>
            </a:r>
            <a:r>
              <a:rPr sz="255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数字化现状</a:t>
            </a:r>
            <a:endParaRPr sz="2550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图表表头"/>
          <p:cNvSpPr>
            <a:spLocks noGrp="1"/>
          </p:cNvSpPr>
          <p:nvPr/>
        </p:nvSpPr>
        <p:spPr>
          <a:xfrm>
            <a:off x="767715" y="9810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各个业务部门的</a:t>
            </a:r>
            <a:r>
              <a:rPr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数字化率</a:t>
            </a:r>
            <a:endParaRPr sz="1725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说明表头"/>
          <p:cNvSpPr>
            <a:spLocks noGrp="1"/>
          </p:cNvSpPr>
          <p:nvPr/>
        </p:nvSpPr>
        <p:spPr>
          <a:xfrm>
            <a:off x="6196965" y="981075"/>
            <a:ext cx="53054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当前运作方式</a:t>
            </a:r>
            <a:r>
              <a:rPr lang="en-US"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很多依赖于</a:t>
            </a:r>
            <a:r>
              <a:rPr lang="zh-CN" altLang="en-US"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纸张</a:t>
            </a:r>
            <a:endParaRPr lang="zh-CN" altLang="en-US" sz="1725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表头分隔"/>
          <p:cNvSpPr>
            <a:spLocks noGrp="1"/>
          </p:cNvSpPr>
          <p:nvPr/>
        </p:nvSpPr>
        <p:spPr>
          <a:xfrm>
            <a:off x="767715" y="1371600"/>
            <a:ext cx="10734675" cy="0"/>
          </a:xfrm>
          <a:prstGeom prst="line">
            <a:avLst/>
          </a:prstGeom>
          <a:noFill/>
          <a:ln w="9525">
            <a:solidFill>
              <a:srgbClr val="DCE8F3"/>
            </a:solidFill>
          </a:ln>
        </p:spPr>
      </p:sp>
      <p:graphicFrame>
        <p:nvGraphicFramePr>
          <p:cNvPr id="23" name="Chart"/>
          <p:cNvGraphicFramePr/>
          <p:nvPr/>
        </p:nvGraphicFramePr>
        <p:xfrm>
          <a:off x="672465" y="1419225"/>
          <a:ext cx="5143500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现状说明0"/>
          <p:cNvSpPr>
            <a:spLocks noGrp="1"/>
          </p:cNvSpPr>
          <p:nvPr/>
        </p:nvSpPr>
        <p:spPr>
          <a:xfrm>
            <a:off x="6196965" y="1666875"/>
            <a:ext cx="53149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Excel、Word文件分散存放于个人电脑</a:t>
            </a:r>
            <a:endParaRPr sz="1575" b="0">
              <a:solidFill>
                <a:srgbClr val="2536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现状说明1"/>
          <p:cNvSpPr>
            <a:spLocks noGrp="1"/>
          </p:cNvSpPr>
          <p:nvPr/>
        </p:nvSpPr>
        <p:spPr>
          <a:xfrm>
            <a:off x="6196965" y="2143125"/>
            <a:ext cx="53149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文控文件存放于公盘</a:t>
            </a:r>
            <a:endParaRPr sz="1575" b="0">
              <a:solidFill>
                <a:srgbClr val="2536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现状说明2"/>
          <p:cNvSpPr>
            <a:spLocks noGrp="1"/>
          </p:cNvSpPr>
          <p:nvPr/>
        </p:nvSpPr>
        <p:spPr>
          <a:xfrm>
            <a:off x="6196965" y="2619375"/>
            <a:ext cx="53149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使用Excel维护供应商资料</a:t>
            </a:r>
            <a:endParaRPr sz="1575" b="0">
              <a:solidFill>
                <a:srgbClr val="2536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现状说明3"/>
          <p:cNvSpPr>
            <a:spLocks noGrp="1"/>
          </p:cNvSpPr>
          <p:nvPr/>
        </p:nvSpPr>
        <p:spPr>
          <a:xfrm>
            <a:off x="6196965" y="3095625"/>
            <a:ext cx="53149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使用纸质</a:t>
            </a:r>
            <a:r>
              <a:rPr lang="zh-CN"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进行批记录的记录和</a:t>
            </a:r>
            <a:r>
              <a:rPr lang="zh-CN"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</a:t>
            </a:r>
            <a:endParaRPr lang="zh-CN" sz="1575" b="0">
              <a:solidFill>
                <a:srgbClr val="2536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现状说明4"/>
          <p:cNvSpPr>
            <a:spLocks noGrp="1"/>
          </p:cNvSpPr>
          <p:nvPr/>
        </p:nvSpPr>
        <p:spPr>
          <a:xfrm>
            <a:off x="6196965" y="3571875"/>
            <a:ext cx="53149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ERP管理</a:t>
            </a:r>
            <a:r>
              <a:rPr lang="zh-CN"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大部分</a:t>
            </a:r>
            <a:r>
              <a: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数据，</a:t>
            </a:r>
            <a:r>
              <a:rPr lang="zh-CN"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部分数据的</a:t>
            </a:r>
            <a:r>
              <a: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部门沟通仍需打印</a:t>
            </a:r>
            <a:r>
              <a:rPr lang="zh-CN"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r>
              <a:rPr lang="zh-CN"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纸质</a:t>
            </a:r>
            <a:endParaRPr lang="zh-CN" sz="1575" b="0">
              <a:solidFill>
                <a:srgbClr val="2536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现状说明5"/>
          <p:cNvSpPr>
            <a:spLocks noGrp="1"/>
          </p:cNvSpPr>
          <p:nvPr/>
        </p:nvSpPr>
        <p:spPr>
          <a:xfrm>
            <a:off x="6196965" y="4048125"/>
            <a:ext cx="53149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钉钉</a:t>
            </a:r>
            <a:r>
              <a:rPr lang="zh-CN"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进行数据管理</a:t>
            </a:r>
            <a:r>
              <a: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与审批，数据开放受限、部分工作仍用</a:t>
            </a:r>
            <a:r>
              <a:rPr lang="zh-CN"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纸质</a:t>
            </a:r>
            <a:endParaRPr lang="zh-CN" sz="1575" b="0">
              <a:solidFill>
                <a:srgbClr val="2536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现状说明6"/>
          <p:cNvSpPr>
            <a:spLocks noGrp="1"/>
          </p:cNvSpPr>
          <p:nvPr/>
        </p:nvSpPr>
        <p:spPr>
          <a:xfrm>
            <a:off x="6196965" y="4524375"/>
            <a:ext cx="53149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DMS管理经销商</a:t>
            </a:r>
            <a:r>
              <a:rPr lang="zh-CN"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大部分数据</a:t>
            </a:r>
            <a:r>
              <a:rPr sz="1575" b="0">
                <a:solidFill>
                  <a:srgbClr val="2536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，无法与其他系统交换数据</a:t>
            </a:r>
            <a:endParaRPr sz="1575" b="0">
              <a:solidFill>
                <a:srgbClr val="2536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财报指标标题"/>
          <p:cNvSpPr>
            <a:spLocks noGrp="1"/>
          </p:cNvSpPr>
          <p:nvPr/>
        </p:nvSpPr>
        <p:spPr>
          <a:xfrm>
            <a:off x="839470" y="5445760"/>
            <a:ext cx="1991995" cy="1485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管理成本</a:t>
            </a:r>
            <a:endParaRPr sz="1650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财报管理开支"/>
          <p:cNvSpPr>
            <a:spLocks noGrp="1"/>
          </p:cNvSpPr>
          <p:nvPr/>
        </p:nvSpPr>
        <p:spPr>
          <a:xfrm>
            <a:off x="839470" y="5843905"/>
            <a:ext cx="2162810" cy="2533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1.49亿元</a:t>
            </a:r>
            <a:endParaRPr sz="3000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基数说明"/>
          <p:cNvSpPr>
            <a:spLocks noGrp="1"/>
          </p:cNvSpPr>
          <p:nvPr/>
        </p:nvSpPr>
        <p:spPr>
          <a:xfrm>
            <a:off x="844550" y="6386830"/>
            <a:ext cx="2195830" cy="1384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2025年行政开支</a:t>
            </a:r>
            <a:endParaRPr sz="1425" b="0">
              <a:solidFill>
                <a:srgbClr val="6174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指标分隔1"/>
          <p:cNvSpPr>
            <a:spLocks noGrp="1"/>
          </p:cNvSpPr>
          <p:nvPr/>
        </p:nvSpPr>
        <p:spPr>
          <a:xfrm>
            <a:off x="3192780" y="5567680"/>
            <a:ext cx="635" cy="573405"/>
          </a:xfrm>
          <a:prstGeom prst="line">
            <a:avLst/>
          </a:prstGeom>
          <a:noFill/>
          <a:ln w="9525">
            <a:solidFill>
              <a:srgbClr val="DCE8F3"/>
            </a:solidFill>
          </a:ln>
        </p:spPr>
      </p:sp>
      <p:sp>
        <p:nvSpPr>
          <p:cNvPr id="17" name="费用改善指标标题"/>
          <p:cNvSpPr>
            <a:spLocks noGrp="1"/>
          </p:cNvSpPr>
          <p:nvPr/>
        </p:nvSpPr>
        <p:spPr>
          <a:xfrm>
            <a:off x="3785870" y="5517515"/>
            <a:ext cx="2740025" cy="1485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预计</a:t>
            </a:r>
            <a:r>
              <a:rPr lang="zh-CN" sz="165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改善</a:t>
            </a:r>
            <a:endParaRPr lang="zh-CN" sz="1650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费用改善潜力"/>
          <p:cNvSpPr>
            <a:spLocks noGrp="1"/>
          </p:cNvSpPr>
          <p:nvPr/>
        </p:nvSpPr>
        <p:spPr>
          <a:xfrm>
            <a:off x="3781425" y="5882005"/>
            <a:ext cx="2886710" cy="238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6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sz="26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0—</a:t>
            </a:r>
            <a:r>
              <a:rPr lang="en-US" sz="26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</a:t>
            </a:r>
            <a:r>
              <a:rPr sz="26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0万元/年</a:t>
            </a:r>
            <a:endParaRPr sz="2625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费用改善说明"/>
          <p:cNvSpPr>
            <a:spLocks noGrp="1"/>
          </p:cNvSpPr>
          <p:nvPr/>
        </p:nvSpPr>
        <p:spPr>
          <a:xfrm>
            <a:off x="3764915" y="6386830"/>
            <a:ext cx="2788920" cy="1384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约占</a:t>
            </a:r>
            <a:r>
              <a:rPr b="1">
                <a:solidFill>
                  <a:srgbClr val="023892"/>
                </a:solidFill>
                <a:sym typeface="+mn-ea"/>
              </a:rPr>
              <a:t>管理成本</a:t>
            </a:r>
            <a:r>
              <a:rPr sz="1425" b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sz="1425" b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425" b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%—</a:t>
            </a:r>
            <a:r>
              <a:rPr lang="en-US" sz="1425" b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425" b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</a:t>
            </a:r>
            <a:endParaRPr sz="1425" b="0">
              <a:solidFill>
                <a:srgbClr val="6174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指标分隔2"/>
          <p:cNvSpPr>
            <a:spLocks noGrp="1"/>
          </p:cNvSpPr>
          <p:nvPr/>
        </p:nvSpPr>
        <p:spPr>
          <a:xfrm>
            <a:off x="6696710" y="5567680"/>
            <a:ext cx="635" cy="573405"/>
          </a:xfrm>
          <a:prstGeom prst="line">
            <a:avLst/>
          </a:prstGeom>
          <a:noFill/>
          <a:ln w="9525">
            <a:solidFill>
              <a:srgbClr val="DCE8F3"/>
            </a:solidFill>
          </a:ln>
        </p:spPr>
      </p:sp>
      <p:sp>
        <p:nvSpPr>
          <p:cNvPr id="21" name="人效提升目标"/>
          <p:cNvSpPr>
            <a:spLocks noGrp="1"/>
          </p:cNvSpPr>
          <p:nvPr/>
        </p:nvSpPr>
        <p:spPr>
          <a:xfrm>
            <a:off x="7226300" y="5883275"/>
            <a:ext cx="2065655" cy="2533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10%—15%</a:t>
            </a:r>
            <a:endParaRPr sz="3000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人效指标标题"/>
          <p:cNvSpPr>
            <a:spLocks noGrp="1"/>
          </p:cNvSpPr>
          <p:nvPr/>
        </p:nvSpPr>
        <p:spPr>
          <a:xfrm>
            <a:off x="7270115" y="5445760"/>
            <a:ext cx="2419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人效提升</a:t>
            </a:r>
            <a:endParaRPr sz="1650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基数说明"/>
          <p:cNvSpPr>
            <a:spLocks noGrp="1"/>
          </p:cNvSpPr>
          <p:nvPr/>
        </p:nvSpPr>
        <p:spPr>
          <a:xfrm>
            <a:off x="7322185" y="6357620"/>
            <a:ext cx="2571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90" b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25" b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受智数化提升的部门</a:t>
            </a:r>
            <a:r>
              <a:rPr lang="en-US" altLang="zh-CN" sz="1425" b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425" b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人均</a:t>
            </a:r>
            <a:r>
              <a:rPr sz="1425">
                <a:sym typeface="+mn-ea"/>
              </a:rPr>
              <a:t>营收约51.0升至5</a:t>
            </a:r>
            <a:r>
              <a:rPr lang="en-US" sz="1425">
                <a:sym typeface="+mn-ea"/>
              </a:rPr>
              <a:t>7</a:t>
            </a:r>
            <a:r>
              <a:rPr sz="1425">
                <a:sym typeface="+mn-ea"/>
              </a:rPr>
              <a:t>万元/人年</a:t>
            </a:r>
            <a:endParaRPr lang="zh-CN" altLang="en-US" sz="1425" b="0">
              <a:solidFill>
                <a:srgbClr val="6174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财报指标标题"/>
          <p:cNvSpPr>
            <a:spLocks noGrp="1"/>
          </p:cNvSpPr>
          <p:nvPr/>
        </p:nvSpPr>
        <p:spPr>
          <a:xfrm>
            <a:off x="10416540" y="5522595"/>
            <a:ext cx="1991995" cy="1485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5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</a:t>
            </a:r>
            <a:r>
              <a:rPr lang="zh-CN" altLang="en-US" sz="165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研发投入</a:t>
            </a:r>
            <a:endParaRPr lang="zh-CN" altLang="en-US" sz="1650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财报管理开支"/>
          <p:cNvSpPr>
            <a:spLocks noGrp="1"/>
          </p:cNvSpPr>
          <p:nvPr/>
        </p:nvSpPr>
        <p:spPr>
          <a:xfrm>
            <a:off x="10416540" y="5920740"/>
            <a:ext cx="2162810" cy="2533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&gt;600</a:t>
            </a:r>
            <a:r>
              <a:rPr lang="zh-CN" altLang="en-US" sz="300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3000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基数说明"/>
          <p:cNvSpPr>
            <a:spLocks noGrp="1"/>
          </p:cNvSpPr>
          <p:nvPr/>
        </p:nvSpPr>
        <p:spPr>
          <a:xfrm>
            <a:off x="10421620" y="6463665"/>
            <a:ext cx="2195830" cy="1384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425" b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425" b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年预计</a:t>
            </a:r>
            <a:r>
              <a:rPr lang="zh-CN" altLang="en-US" sz="1425" b="0">
                <a:solidFill>
                  <a:srgbClr val="61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投入</a:t>
            </a:r>
            <a:endParaRPr lang="zh-CN" altLang="en-US" sz="1425" b="0">
              <a:solidFill>
                <a:srgbClr val="6174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指标分隔2"/>
          <p:cNvSpPr>
            <a:spLocks noGrp="1"/>
          </p:cNvSpPr>
          <p:nvPr/>
        </p:nvSpPr>
        <p:spPr>
          <a:xfrm>
            <a:off x="9798050" y="5661025"/>
            <a:ext cx="635" cy="573405"/>
          </a:xfrm>
          <a:prstGeom prst="line">
            <a:avLst/>
          </a:prstGeom>
          <a:noFill/>
          <a:ln w="9525">
            <a:solidFill>
              <a:srgbClr val="DCE8F3"/>
            </a:solidFill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219075"/>
            <a:ext cx="7905750" cy="514350"/>
          </a:xfrm>
        </p:spPr>
        <p:txBody>
          <a:bodyPr wrap="none" lIns="0" tIns="0" rIns="0" bIns="0">
            <a:noAutofit/>
          </a:bodyPr>
          <a:lstStyle/>
          <a:p>
            <a:pPr>
              <a:defRPr sz="255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数字化系统总览图</a:t>
            </a:r>
            <a:endParaRPr sz="2550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业务价值关联横线"/>
          <p:cNvSpPr>
            <a:spLocks noGrp="1"/>
          </p:cNvSpPr>
          <p:nvPr/>
        </p:nvSpPr>
        <p:spPr>
          <a:xfrm>
            <a:off x="1714500" y="2428875"/>
            <a:ext cx="8763000" cy="0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4" name="业务价值关联支线0"/>
          <p:cNvSpPr>
            <a:spLocks noGrp="1"/>
          </p:cNvSpPr>
          <p:nvPr/>
        </p:nvSpPr>
        <p:spPr>
          <a:xfrm>
            <a:off x="1714500" y="2247900"/>
            <a:ext cx="0" cy="1809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5" name="业务价值关联支线1"/>
          <p:cNvSpPr>
            <a:spLocks noGrp="1"/>
          </p:cNvSpPr>
          <p:nvPr/>
        </p:nvSpPr>
        <p:spPr>
          <a:xfrm>
            <a:off x="3467100" y="2247900"/>
            <a:ext cx="0" cy="1809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6" name="业务价值关联支线2"/>
          <p:cNvSpPr>
            <a:spLocks noGrp="1"/>
          </p:cNvSpPr>
          <p:nvPr/>
        </p:nvSpPr>
        <p:spPr>
          <a:xfrm>
            <a:off x="5219700" y="2247900"/>
            <a:ext cx="0" cy="1809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7" name="业务价值关联支线3"/>
          <p:cNvSpPr>
            <a:spLocks noGrp="1"/>
          </p:cNvSpPr>
          <p:nvPr/>
        </p:nvSpPr>
        <p:spPr>
          <a:xfrm>
            <a:off x="6972300" y="2247900"/>
            <a:ext cx="0" cy="1809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8" name="业务价值关联支线4"/>
          <p:cNvSpPr>
            <a:spLocks noGrp="1"/>
          </p:cNvSpPr>
          <p:nvPr/>
        </p:nvSpPr>
        <p:spPr>
          <a:xfrm>
            <a:off x="8724900" y="2247900"/>
            <a:ext cx="0" cy="1809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9" name="业务价值关联支线5"/>
          <p:cNvSpPr>
            <a:spLocks noGrp="1"/>
          </p:cNvSpPr>
          <p:nvPr/>
        </p:nvSpPr>
        <p:spPr>
          <a:xfrm>
            <a:off x="10477500" y="2247900"/>
            <a:ext cx="0" cy="1809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10" name="业务价值与集团数据关联"/>
          <p:cNvSpPr>
            <a:spLocks noGrp="1"/>
          </p:cNvSpPr>
          <p:nvPr/>
        </p:nvSpPr>
        <p:spPr>
          <a:xfrm>
            <a:off x="6096000" y="2428875"/>
            <a:ext cx="0" cy="190500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11" name="集团数据关联主线"/>
          <p:cNvSpPr>
            <a:spLocks noGrp="1"/>
          </p:cNvSpPr>
          <p:nvPr/>
        </p:nvSpPr>
        <p:spPr>
          <a:xfrm>
            <a:off x="781050" y="2819400"/>
            <a:ext cx="133350" cy="0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12" name="集团系统关联主干"/>
          <p:cNvSpPr>
            <a:spLocks noGrp="1"/>
          </p:cNvSpPr>
          <p:nvPr/>
        </p:nvSpPr>
        <p:spPr>
          <a:xfrm>
            <a:off x="781050" y="2819400"/>
            <a:ext cx="0" cy="2419350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13" name="系统数据关联横线0"/>
          <p:cNvSpPr>
            <a:spLocks noGrp="1"/>
          </p:cNvSpPr>
          <p:nvPr/>
        </p:nvSpPr>
        <p:spPr>
          <a:xfrm>
            <a:off x="781050" y="3333750"/>
            <a:ext cx="9277350" cy="0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14" name="系统数据关联支线0-0"/>
          <p:cNvSpPr>
            <a:spLocks noGrp="1"/>
          </p:cNvSpPr>
          <p:nvPr/>
        </p:nvSpPr>
        <p:spPr>
          <a:xfrm>
            <a:off x="2286000" y="3333750"/>
            <a:ext cx="0" cy="1428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15" name="系统数据关联支线0-1"/>
          <p:cNvSpPr>
            <a:spLocks noGrp="1"/>
          </p:cNvSpPr>
          <p:nvPr/>
        </p:nvSpPr>
        <p:spPr>
          <a:xfrm>
            <a:off x="4876800" y="3333750"/>
            <a:ext cx="0" cy="1428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16" name="系统数据关联支线0-2"/>
          <p:cNvSpPr>
            <a:spLocks noGrp="1"/>
          </p:cNvSpPr>
          <p:nvPr/>
        </p:nvSpPr>
        <p:spPr>
          <a:xfrm>
            <a:off x="7467600" y="3333750"/>
            <a:ext cx="0" cy="1428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17" name="系统数据关联支线0-3"/>
          <p:cNvSpPr>
            <a:spLocks noGrp="1"/>
          </p:cNvSpPr>
          <p:nvPr/>
        </p:nvSpPr>
        <p:spPr>
          <a:xfrm>
            <a:off x="10058400" y="3333750"/>
            <a:ext cx="0" cy="1428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18" name="系统数据关联横线1"/>
          <p:cNvSpPr>
            <a:spLocks noGrp="1"/>
          </p:cNvSpPr>
          <p:nvPr/>
        </p:nvSpPr>
        <p:spPr>
          <a:xfrm>
            <a:off x="781050" y="4286250"/>
            <a:ext cx="9277350" cy="0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19" name="系统数据关联支线1-0"/>
          <p:cNvSpPr>
            <a:spLocks noGrp="1"/>
          </p:cNvSpPr>
          <p:nvPr/>
        </p:nvSpPr>
        <p:spPr>
          <a:xfrm>
            <a:off x="2286000" y="4286250"/>
            <a:ext cx="0" cy="1428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20" name="系统数据关联支线1-1"/>
          <p:cNvSpPr>
            <a:spLocks noGrp="1"/>
          </p:cNvSpPr>
          <p:nvPr/>
        </p:nvSpPr>
        <p:spPr>
          <a:xfrm>
            <a:off x="4876800" y="4286250"/>
            <a:ext cx="0" cy="1428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21" name="系统数据关联支线1-2"/>
          <p:cNvSpPr>
            <a:spLocks noGrp="1"/>
          </p:cNvSpPr>
          <p:nvPr/>
        </p:nvSpPr>
        <p:spPr>
          <a:xfrm>
            <a:off x="7467600" y="4286250"/>
            <a:ext cx="0" cy="1428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22" name="系统数据关联支线1-3"/>
          <p:cNvSpPr>
            <a:spLocks noGrp="1"/>
          </p:cNvSpPr>
          <p:nvPr/>
        </p:nvSpPr>
        <p:spPr>
          <a:xfrm>
            <a:off x="10058400" y="4286250"/>
            <a:ext cx="0" cy="1428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23" name="系统数据关联横线2"/>
          <p:cNvSpPr>
            <a:spLocks noGrp="1"/>
          </p:cNvSpPr>
          <p:nvPr/>
        </p:nvSpPr>
        <p:spPr>
          <a:xfrm>
            <a:off x="781050" y="5238750"/>
            <a:ext cx="9277350" cy="0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24" name="系统数据关联支线2-0"/>
          <p:cNvSpPr>
            <a:spLocks noGrp="1"/>
          </p:cNvSpPr>
          <p:nvPr/>
        </p:nvSpPr>
        <p:spPr>
          <a:xfrm>
            <a:off x="2286000" y="5238750"/>
            <a:ext cx="0" cy="1428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25" name="系统数据关联支线2-1"/>
          <p:cNvSpPr>
            <a:spLocks noGrp="1"/>
          </p:cNvSpPr>
          <p:nvPr/>
        </p:nvSpPr>
        <p:spPr>
          <a:xfrm>
            <a:off x="4876800" y="5238750"/>
            <a:ext cx="0" cy="1428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26" name="系统数据关联支线2-2"/>
          <p:cNvSpPr>
            <a:spLocks noGrp="1"/>
          </p:cNvSpPr>
          <p:nvPr/>
        </p:nvSpPr>
        <p:spPr>
          <a:xfrm>
            <a:off x="7467600" y="5238750"/>
            <a:ext cx="0" cy="1428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27" name="系统数据关联支线2-3"/>
          <p:cNvSpPr>
            <a:spLocks noGrp="1"/>
          </p:cNvSpPr>
          <p:nvPr/>
        </p:nvSpPr>
        <p:spPr>
          <a:xfrm>
            <a:off x="10058400" y="5238750"/>
            <a:ext cx="0" cy="142875"/>
          </a:xfrm>
          <a:prstGeom prst="line">
            <a:avLst/>
          </a:prstGeom>
          <a:ln w="9525">
            <a:solidFill>
              <a:srgbClr val="91BDE8"/>
            </a:solidFill>
          </a:ln>
        </p:spPr>
      </p:sp>
      <p:sp>
        <p:nvSpPr>
          <p:cNvPr id="28" name="业务卡片底板0"/>
          <p:cNvSpPr>
            <a:spLocks noGrp="1"/>
          </p:cNvSpPr>
          <p:nvPr/>
        </p:nvSpPr>
        <p:spPr>
          <a:xfrm>
            <a:off x="914400" y="1257300"/>
            <a:ext cx="1600200" cy="990600"/>
          </a:xfrm>
          <a:prstGeom prst="rect">
            <a:avLst/>
          </a:prstGeom>
          <a:solidFill>
            <a:srgbClr val="FFFFFF"/>
          </a:solidFill>
          <a:ln w="7620">
            <a:solidFill>
              <a:srgbClr val="91BDE8"/>
            </a:solidFill>
          </a:ln>
        </p:spPr>
      </p:sp>
      <p:sp>
        <p:nvSpPr>
          <p:cNvPr id="29" name="业务卡片标题栏0"/>
          <p:cNvSpPr>
            <a:spLocks noGrp="1"/>
          </p:cNvSpPr>
          <p:nvPr/>
        </p:nvSpPr>
        <p:spPr>
          <a:xfrm>
            <a:off x="914400" y="1257300"/>
            <a:ext cx="1600200" cy="323850"/>
          </a:xfrm>
          <a:prstGeom prst="rect">
            <a:avLst/>
          </a:prstGeom>
          <a:solidFill>
            <a:srgbClr val="ECF2F8"/>
          </a:solidFill>
          <a:ln w="7620">
            <a:solidFill>
              <a:srgbClr val="91BDE8"/>
            </a:solidFill>
          </a:ln>
        </p:spPr>
      </p:sp>
      <p:sp>
        <p:nvSpPr>
          <p:cNvPr id="30" name="业务卡片标题0"/>
          <p:cNvSpPr>
            <a:spLocks noGrp="1"/>
          </p:cNvSpPr>
          <p:nvPr/>
        </p:nvSpPr>
        <p:spPr>
          <a:xfrm>
            <a:off x="1028700" y="1276350"/>
            <a:ext cx="13716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研发设计</a:t>
            </a:r>
            <a:endParaRPr sz="1725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业务卡片说明0"/>
          <p:cNvSpPr>
            <a:spLocks noGrp="1"/>
          </p:cNvSpPr>
          <p:nvPr/>
        </p:nvSpPr>
        <p:spPr>
          <a:xfrm>
            <a:off x="1028700" y="1657350"/>
            <a:ext cx="13716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缩短研发周期</a:t>
            </a:r>
            <a:endParaRPr sz="1425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降低试错成本</a:t>
            </a:r>
            <a:endParaRPr sz="1425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业务卡片底板1"/>
          <p:cNvSpPr>
            <a:spLocks noGrp="1"/>
          </p:cNvSpPr>
          <p:nvPr/>
        </p:nvSpPr>
        <p:spPr>
          <a:xfrm>
            <a:off x="2667000" y="1257300"/>
            <a:ext cx="1600200" cy="990600"/>
          </a:xfrm>
          <a:prstGeom prst="rect">
            <a:avLst/>
          </a:prstGeom>
          <a:solidFill>
            <a:srgbClr val="FFFFFF"/>
          </a:solidFill>
          <a:ln w="7620">
            <a:solidFill>
              <a:srgbClr val="91BDE8"/>
            </a:solidFill>
          </a:ln>
        </p:spPr>
      </p:sp>
      <p:sp>
        <p:nvSpPr>
          <p:cNvPr id="33" name="业务卡片标题栏1"/>
          <p:cNvSpPr>
            <a:spLocks noGrp="1"/>
          </p:cNvSpPr>
          <p:nvPr/>
        </p:nvSpPr>
        <p:spPr>
          <a:xfrm>
            <a:off x="2667000" y="1257300"/>
            <a:ext cx="1600200" cy="323850"/>
          </a:xfrm>
          <a:prstGeom prst="rect">
            <a:avLst/>
          </a:prstGeom>
          <a:solidFill>
            <a:srgbClr val="ECF2F8"/>
          </a:solidFill>
          <a:ln w="7620">
            <a:solidFill>
              <a:srgbClr val="91BDE8"/>
            </a:solidFill>
          </a:ln>
        </p:spPr>
      </p:sp>
      <p:sp>
        <p:nvSpPr>
          <p:cNvPr id="34" name="业务卡片标题1"/>
          <p:cNvSpPr>
            <a:spLocks noGrp="1"/>
          </p:cNvSpPr>
          <p:nvPr/>
        </p:nvSpPr>
        <p:spPr>
          <a:xfrm>
            <a:off x="2781300" y="1276350"/>
            <a:ext cx="13716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注册申报</a:t>
            </a:r>
            <a:endParaRPr sz="1725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业务卡片说明1"/>
          <p:cNvSpPr>
            <a:spLocks noGrp="1"/>
          </p:cNvSpPr>
          <p:nvPr/>
        </p:nvSpPr>
        <p:spPr>
          <a:xfrm>
            <a:off x="2781300" y="1657350"/>
            <a:ext cx="13716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加速获证</a:t>
            </a:r>
            <a:endParaRPr sz="1425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降低合规风险</a:t>
            </a:r>
            <a:endParaRPr sz="1425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业务卡片底板2"/>
          <p:cNvSpPr>
            <a:spLocks noGrp="1"/>
          </p:cNvSpPr>
          <p:nvPr/>
        </p:nvSpPr>
        <p:spPr>
          <a:xfrm>
            <a:off x="4419600" y="1257300"/>
            <a:ext cx="1600200" cy="990600"/>
          </a:xfrm>
          <a:prstGeom prst="rect">
            <a:avLst/>
          </a:prstGeom>
          <a:solidFill>
            <a:srgbClr val="FFFFFF"/>
          </a:solidFill>
          <a:ln w="7620">
            <a:solidFill>
              <a:srgbClr val="91BDE8"/>
            </a:solidFill>
          </a:ln>
        </p:spPr>
      </p:sp>
      <p:sp>
        <p:nvSpPr>
          <p:cNvPr id="37" name="业务卡片标题栏2"/>
          <p:cNvSpPr>
            <a:spLocks noGrp="1"/>
          </p:cNvSpPr>
          <p:nvPr/>
        </p:nvSpPr>
        <p:spPr>
          <a:xfrm>
            <a:off x="4419600" y="1257300"/>
            <a:ext cx="1600200" cy="323850"/>
          </a:xfrm>
          <a:prstGeom prst="rect">
            <a:avLst/>
          </a:prstGeom>
          <a:solidFill>
            <a:srgbClr val="ECF2F8"/>
          </a:solidFill>
          <a:ln w="7620">
            <a:solidFill>
              <a:srgbClr val="91BDE8"/>
            </a:solidFill>
          </a:ln>
        </p:spPr>
      </p:sp>
      <p:sp>
        <p:nvSpPr>
          <p:cNvPr id="38" name="业务卡片标题2"/>
          <p:cNvSpPr>
            <a:spLocks noGrp="1"/>
          </p:cNvSpPr>
          <p:nvPr/>
        </p:nvSpPr>
        <p:spPr>
          <a:xfrm>
            <a:off x="4533900" y="1276350"/>
            <a:ext cx="13716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生产制造</a:t>
            </a:r>
            <a:endParaRPr sz="1725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业务卡片说明2"/>
          <p:cNvSpPr>
            <a:spLocks noGrp="1"/>
          </p:cNvSpPr>
          <p:nvPr/>
        </p:nvSpPr>
        <p:spPr>
          <a:xfrm>
            <a:off x="4533900" y="1657350"/>
            <a:ext cx="13716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降低不良率</a:t>
            </a:r>
            <a:endParaRPr sz="1425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减少停机损失</a:t>
            </a:r>
            <a:endParaRPr sz="1425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业务卡片底板3"/>
          <p:cNvSpPr>
            <a:spLocks noGrp="1"/>
          </p:cNvSpPr>
          <p:nvPr/>
        </p:nvSpPr>
        <p:spPr>
          <a:xfrm>
            <a:off x="6172200" y="1257300"/>
            <a:ext cx="1600200" cy="990600"/>
          </a:xfrm>
          <a:prstGeom prst="rect">
            <a:avLst/>
          </a:prstGeom>
          <a:solidFill>
            <a:srgbClr val="FFFFFF"/>
          </a:solidFill>
          <a:ln w="7620">
            <a:solidFill>
              <a:srgbClr val="91BDE8"/>
            </a:solidFill>
          </a:ln>
        </p:spPr>
      </p:sp>
      <p:sp>
        <p:nvSpPr>
          <p:cNvPr id="41" name="业务卡片标题栏3"/>
          <p:cNvSpPr>
            <a:spLocks noGrp="1"/>
          </p:cNvSpPr>
          <p:nvPr/>
        </p:nvSpPr>
        <p:spPr>
          <a:xfrm>
            <a:off x="6172200" y="1257300"/>
            <a:ext cx="1600200" cy="323850"/>
          </a:xfrm>
          <a:prstGeom prst="rect">
            <a:avLst/>
          </a:prstGeom>
          <a:solidFill>
            <a:srgbClr val="ECF2F8"/>
          </a:solidFill>
          <a:ln w="7620">
            <a:solidFill>
              <a:srgbClr val="91BDE8"/>
            </a:solidFill>
          </a:ln>
        </p:spPr>
      </p:sp>
      <p:sp>
        <p:nvSpPr>
          <p:cNvPr id="42" name="业务卡片标题3"/>
          <p:cNvSpPr>
            <a:spLocks noGrp="1"/>
          </p:cNvSpPr>
          <p:nvPr/>
        </p:nvSpPr>
        <p:spPr>
          <a:xfrm>
            <a:off x="6286500" y="1276350"/>
            <a:ext cx="13716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质量管控</a:t>
            </a:r>
            <a:endParaRPr sz="1725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业务卡片说明3"/>
          <p:cNvSpPr>
            <a:spLocks noGrp="1"/>
          </p:cNvSpPr>
          <p:nvPr/>
        </p:nvSpPr>
        <p:spPr>
          <a:xfrm>
            <a:off x="6286500" y="1657350"/>
            <a:ext cx="13716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提升合规效率</a:t>
            </a:r>
            <a:endParaRPr sz="1425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降低审计风险</a:t>
            </a:r>
            <a:endParaRPr sz="1425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业务卡片底板4"/>
          <p:cNvSpPr>
            <a:spLocks noGrp="1"/>
          </p:cNvSpPr>
          <p:nvPr/>
        </p:nvSpPr>
        <p:spPr>
          <a:xfrm>
            <a:off x="7924800" y="1257300"/>
            <a:ext cx="1600200" cy="990600"/>
          </a:xfrm>
          <a:prstGeom prst="rect">
            <a:avLst/>
          </a:prstGeom>
          <a:solidFill>
            <a:srgbClr val="FFFFFF"/>
          </a:solidFill>
          <a:ln w="7620">
            <a:solidFill>
              <a:srgbClr val="91BDE8"/>
            </a:solidFill>
          </a:ln>
        </p:spPr>
      </p:sp>
      <p:sp>
        <p:nvSpPr>
          <p:cNvPr id="45" name="业务卡片标题栏4"/>
          <p:cNvSpPr>
            <a:spLocks noGrp="1"/>
          </p:cNvSpPr>
          <p:nvPr/>
        </p:nvSpPr>
        <p:spPr>
          <a:xfrm>
            <a:off x="7924800" y="1257300"/>
            <a:ext cx="1600200" cy="323850"/>
          </a:xfrm>
          <a:prstGeom prst="rect">
            <a:avLst/>
          </a:prstGeom>
          <a:solidFill>
            <a:srgbClr val="ECF2F8"/>
          </a:solidFill>
          <a:ln w="7620">
            <a:solidFill>
              <a:srgbClr val="91BDE8"/>
            </a:solidFill>
          </a:ln>
        </p:spPr>
      </p:sp>
      <p:sp>
        <p:nvSpPr>
          <p:cNvPr id="46" name="业务卡片标题4"/>
          <p:cNvSpPr>
            <a:spLocks noGrp="1"/>
          </p:cNvSpPr>
          <p:nvPr/>
        </p:nvSpPr>
        <p:spPr>
          <a:xfrm>
            <a:off x="8039100" y="1276350"/>
            <a:ext cx="13716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供应链</a:t>
            </a:r>
            <a:endParaRPr sz="1725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业务卡片说明4"/>
          <p:cNvSpPr>
            <a:spLocks noGrp="1"/>
          </p:cNvSpPr>
          <p:nvPr/>
        </p:nvSpPr>
        <p:spPr>
          <a:xfrm>
            <a:off x="8039100" y="1657350"/>
            <a:ext cx="13716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降低库存成本</a:t>
            </a:r>
            <a:endParaRPr sz="1425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提升交付能力</a:t>
            </a:r>
            <a:endParaRPr sz="1425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业务卡片底板5"/>
          <p:cNvSpPr>
            <a:spLocks noGrp="1"/>
          </p:cNvSpPr>
          <p:nvPr/>
        </p:nvSpPr>
        <p:spPr>
          <a:xfrm>
            <a:off x="9677400" y="1257300"/>
            <a:ext cx="1600200" cy="990600"/>
          </a:xfrm>
          <a:prstGeom prst="rect">
            <a:avLst/>
          </a:prstGeom>
          <a:solidFill>
            <a:srgbClr val="FFFFFF"/>
          </a:solidFill>
          <a:ln w="7620">
            <a:solidFill>
              <a:srgbClr val="91BDE8"/>
            </a:solidFill>
          </a:ln>
        </p:spPr>
      </p:sp>
      <p:sp>
        <p:nvSpPr>
          <p:cNvPr id="49" name="业务卡片标题栏5"/>
          <p:cNvSpPr>
            <a:spLocks noGrp="1"/>
          </p:cNvSpPr>
          <p:nvPr/>
        </p:nvSpPr>
        <p:spPr>
          <a:xfrm>
            <a:off x="9677400" y="1257300"/>
            <a:ext cx="1600200" cy="323850"/>
          </a:xfrm>
          <a:prstGeom prst="rect">
            <a:avLst/>
          </a:prstGeom>
          <a:solidFill>
            <a:srgbClr val="ECF2F8"/>
          </a:solidFill>
          <a:ln w="7620">
            <a:solidFill>
              <a:srgbClr val="91BDE8"/>
            </a:solidFill>
          </a:ln>
        </p:spPr>
      </p:sp>
      <p:sp>
        <p:nvSpPr>
          <p:cNvPr id="50" name="业务卡片标题5"/>
          <p:cNvSpPr>
            <a:spLocks noGrp="1"/>
          </p:cNvSpPr>
          <p:nvPr/>
        </p:nvSpPr>
        <p:spPr>
          <a:xfrm>
            <a:off x="9791700" y="1276350"/>
            <a:ext cx="13716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销售服务</a:t>
            </a:r>
            <a:endParaRPr sz="1725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业务卡片说明5"/>
          <p:cNvSpPr>
            <a:spLocks noGrp="1"/>
          </p:cNvSpPr>
          <p:nvPr/>
        </p:nvSpPr>
        <p:spPr>
          <a:xfrm>
            <a:off x="9791700" y="1657350"/>
            <a:ext cx="13716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提升客户满意度</a:t>
            </a:r>
            <a:endParaRPr sz="1425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和复购率</a:t>
            </a:r>
            <a:endParaRPr sz="1425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集团数据汇总栏"/>
          <p:cNvSpPr>
            <a:spLocks noGrp="1"/>
          </p:cNvSpPr>
          <p:nvPr/>
        </p:nvSpPr>
        <p:spPr>
          <a:xfrm>
            <a:off x="914400" y="2619375"/>
            <a:ext cx="10363200" cy="400050"/>
          </a:xfrm>
          <a:prstGeom prst="rect">
            <a:avLst/>
          </a:prstGeom>
          <a:solidFill>
            <a:srgbClr val="F3F7FC"/>
          </a:solidFill>
          <a:ln w="7620">
            <a:solidFill>
              <a:srgbClr val="91BDE8"/>
            </a:solidFill>
          </a:ln>
        </p:spPr>
      </p:sp>
      <p:sp>
        <p:nvSpPr>
          <p:cNvPr id="53" name="集团数据汇总居中"/>
          <p:cNvSpPr>
            <a:spLocks noGrp="1"/>
          </p:cNvSpPr>
          <p:nvPr/>
        </p:nvSpPr>
        <p:spPr>
          <a:xfrm>
            <a:off x="1047750" y="2647950"/>
            <a:ext cx="100965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集团数据汇总</a:t>
            </a:r>
            <a:endParaRPr sz="1875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系统卡片底板0"/>
          <p:cNvSpPr>
            <a:spLocks noGrp="1"/>
          </p:cNvSpPr>
          <p:nvPr/>
        </p:nvSpPr>
        <p:spPr>
          <a:xfrm>
            <a:off x="1066800" y="3476625"/>
            <a:ext cx="2438400" cy="828675"/>
          </a:xfrm>
          <a:prstGeom prst="rect">
            <a:avLst/>
          </a:prstGeom>
          <a:solidFill>
            <a:srgbClr val="FFFFFF"/>
          </a:solidFill>
          <a:ln w="7620">
            <a:solidFill>
              <a:srgbClr val="91BDE8"/>
            </a:solidFill>
          </a:ln>
        </p:spPr>
      </p:sp>
      <p:sp>
        <p:nvSpPr>
          <p:cNvPr id="55" name="系统卡片标题栏0"/>
          <p:cNvSpPr>
            <a:spLocks noGrp="1"/>
          </p:cNvSpPr>
          <p:nvPr/>
        </p:nvSpPr>
        <p:spPr>
          <a:xfrm>
            <a:off x="1066800" y="3476625"/>
            <a:ext cx="2438400" cy="304800"/>
          </a:xfrm>
          <a:prstGeom prst="rect">
            <a:avLst/>
          </a:prstGeom>
          <a:solidFill>
            <a:srgbClr val="ECF2F8"/>
          </a:solidFill>
          <a:ln w="7620">
            <a:solidFill>
              <a:srgbClr val="91BDE8"/>
            </a:solidFill>
          </a:ln>
        </p:spPr>
      </p:sp>
      <p:sp>
        <p:nvSpPr>
          <p:cNvPr id="56" name="系统名称0"/>
          <p:cNvSpPr>
            <a:spLocks noGrp="1"/>
          </p:cNvSpPr>
          <p:nvPr/>
        </p:nvSpPr>
        <p:spPr>
          <a:xfrm>
            <a:off x="1162050" y="3495675"/>
            <a:ext cx="22479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0" b="1">
                <a:solidFill>
                  <a:srgbClr val="6541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SRM采购管理</a:t>
            </a:r>
            <a:endParaRPr sz="154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系统功能0"/>
          <p:cNvSpPr>
            <a:spLocks noGrp="1"/>
          </p:cNvSpPr>
          <p:nvPr/>
        </p:nvSpPr>
        <p:spPr>
          <a:xfrm>
            <a:off x="1171575" y="3886200"/>
            <a:ext cx="2228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供应商与采购</a:t>
            </a:r>
            <a:endParaRPr sz="1390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系统卡片底板1"/>
          <p:cNvSpPr>
            <a:spLocks noGrp="1"/>
          </p:cNvSpPr>
          <p:nvPr/>
        </p:nvSpPr>
        <p:spPr>
          <a:xfrm>
            <a:off x="3657600" y="3476625"/>
            <a:ext cx="2438400" cy="828675"/>
          </a:xfrm>
          <a:prstGeom prst="rect">
            <a:avLst/>
          </a:prstGeom>
          <a:solidFill>
            <a:srgbClr val="FFFFFF"/>
          </a:solidFill>
          <a:ln w="7620">
            <a:solidFill>
              <a:srgbClr val="91BDE8"/>
            </a:solidFill>
          </a:ln>
        </p:spPr>
      </p:sp>
      <p:sp>
        <p:nvSpPr>
          <p:cNvPr id="59" name="系统卡片标题栏1"/>
          <p:cNvSpPr>
            <a:spLocks noGrp="1"/>
          </p:cNvSpPr>
          <p:nvPr/>
        </p:nvSpPr>
        <p:spPr>
          <a:xfrm>
            <a:off x="3657600" y="3476625"/>
            <a:ext cx="2438400" cy="304800"/>
          </a:xfrm>
          <a:prstGeom prst="rect">
            <a:avLst/>
          </a:prstGeom>
          <a:solidFill>
            <a:srgbClr val="ECF2F8"/>
          </a:solidFill>
          <a:ln w="7620">
            <a:solidFill>
              <a:srgbClr val="91BDE8"/>
            </a:solidFill>
          </a:ln>
        </p:spPr>
      </p:sp>
      <p:sp>
        <p:nvSpPr>
          <p:cNvPr id="60" name="系统名称1"/>
          <p:cNvSpPr>
            <a:spLocks noGrp="1"/>
          </p:cNvSpPr>
          <p:nvPr/>
        </p:nvSpPr>
        <p:spPr>
          <a:xfrm>
            <a:off x="3752850" y="3495675"/>
            <a:ext cx="22479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ERP</a:t>
            </a:r>
            <a:endParaRPr sz="154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系统功能1"/>
          <p:cNvSpPr>
            <a:spLocks noGrp="1"/>
          </p:cNvSpPr>
          <p:nvPr/>
        </p:nvSpPr>
        <p:spPr>
          <a:xfrm>
            <a:off x="3762375" y="3886200"/>
            <a:ext cx="2228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计划、财务与订单管理</a:t>
            </a:r>
            <a:endParaRPr sz="1390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系统卡片底板2"/>
          <p:cNvSpPr>
            <a:spLocks noGrp="1"/>
          </p:cNvSpPr>
          <p:nvPr/>
        </p:nvSpPr>
        <p:spPr>
          <a:xfrm>
            <a:off x="6248400" y="3476625"/>
            <a:ext cx="2438400" cy="828675"/>
          </a:xfrm>
          <a:prstGeom prst="rect">
            <a:avLst/>
          </a:prstGeom>
          <a:solidFill>
            <a:srgbClr val="FFFFFF"/>
          </a:solidFill>
          <a:ln w="7620">
            <a:solidFill>
              <a:srgbClr val="91BDE8"/>
            </a:solidFill>
          </a:ln>
        </p:spPr>
      </p:sp>
      <p:sp>
        <p:nvSpPr>
          <p:cNvPr id="63" name="系统卡片标题栏2"/>
          <p:cNvSpPr>
            <a:spLocks noGrp="1"/>
          </p:cNvSpPr>
          <p:nvPr/>
        </p:nvSpPr>
        <p:spPr>
          <a:xfrm>
            <a:off x="6248400" y="3476625"/>
            <a:ext cx="2438400" cy="304800"/>
          </a:xfrm>
          <a:prstGeom prst="rect">
            <a:avLst/>
          </a:prstGeom>
          <a:solidFill>
            <a:srgbClr val="ECF2F8"/>
          </a:solidFill>
          <a:ln w="7620">
            <a:solidFill>
              <a:srgbClr val="91BDE8"/>
            </a:solidFill>
          </a:ln>
        </p:spPr>
      </p:sp>
      <p:sp>
        <p:nvSpPr>
          <p:cNvPr id="64" name="系统名称2"/>
          <p:cNvSpPr>
            <a:spLocks noGrp="1"/>
          </p:cNvSpPr>
          <p:nvPr/>
        </p:nvSpPr>
        <p:spPr>
          <a:xfrm>
            <a:off x="6343650" y="3495675"/>
            <a:ext cx="22479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WMS仓储管理</a:t>
            </a:r>
            <a:endParaRPr sz="154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系统功能2"/>
          <p:cNvSpPr>
            <a:spLocks noGrp="1"/>
          </p:cNvSpPr>
          <p:nvPr/>
        </p:nvSpPr>
        <p:spPr>
          <a:xfrm>
            <a:off x="6353175" y="3886200"/>
            <a:ext cx="2228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物料与库存管理</a:t>
            </a:r>
            <a:endParaRPr sz="1390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系统卡片底板3"/>
          <p:cNvSpPr>
            <a:spLocks noGrp="1"/>
          </p:cNvSpPr>
          <p:nvPr/>
        </p:nvSpPr>
        <p:spPr>
          <a:xfrm>
            <a:off x="8839200" y="3476625"/>
            <a:ext cx="2438400" cy="828675"/>
          </a:xfrm>
          <a:prstGeom prst="rect">
            <a:avLst/>
          </a:prstGeom>
          <a:solidFill>
            <a:srgbClr val="FFFFFF"/>
          </a:solidFill>
          <a:ln w="7620">
            <a:solidFill>
              <a:srgbClr val="91BDE8"/>
            </a:solidFill>
          </a:ln>
        </p:spPr>
      </p:sp>
      <p:sp>
        <p:nvSpPr>
          <p:cNvPr id="67" name="系统卡片标题栏3"/>
          <p:cNvSpPr>
            <a:spLocks noGrp="1"/>
          </p:cNvSpPr>
          <p:nvPr/>
        </p:nvSpPr>
        <p:spPr>
          <a:xfrm>
            <a:off x="8839200" y="3476625"/>
            <a:ext cx="2438400" cy="304800"/>
          </a:xfrm>
          <a:prstGeom prst="rect">
            <a:avLst/>
          </a:prstGeom>
          <a:solidFill>
            <a:srgbClr val="ECF2F8"/>
          </a:solidFill>
          <a:ln w="7620">
            <a:solidFill>
              <a:srgbClr val="91BDE8"/>
            </a:solidFill>
          </a:ln>
        </p:spPr>
      </p:sp>
      <p:sp>
        <p:nvSpPr>
          <p:cNvPr id="68" name="系统名称3"/>
          <p:cNvSpPr>
            <a:spLocks noGrp="1"/>
          </p:cNvSpPr>
          <p:nvPr/>
        </p:nvSpPr>
        <p:spPr>
          <a:xfrm>
            <a:off x="8934450" y="3495675"/>
            <a:ext cx="22479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0" b="1">
                <a:solidFill>
                  <a:srgbClr val="E266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MES制造执行</a:t>
            </a:r>
            <a:endParaRPr sz="154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系统功能3"/>
          <p:cNvSpPr>
            <a:spLocks noGrp="1"/>
          </p:cNvSpPr>
          <p:nvPr/>
        </p:nvSpPr>
        <p:spPr>
          <a:xfrm>
            <a:off x="8943975" y="3886200"/>
            <a:ext cx="2228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工单与生产执行</a:t>
            </a:r>
            <a:endParaRPr sz="1390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系统卡片底板4"/>
          <p:cNvSpPr>
            <a:spLocks noGrp="1"/>
          </p:cNvSpPr>
          <p:nvPr/>
        </p:nvSpPr>
        <p:spPr>
          <a:xfrm>
            <a:off x="1066800" y="4429125"/>
            <a:ext cx="2438400" cy="828675"/>
          </a:xfrm>
          <a:prstGeom prst="rect">
            <a:avLst/>
          </a:prstGeom>
          <a:solidFill>
            <a:srgbClr val="FFFFFF"/>
          </a:solidFill>
          <a:ln w="7620">
            <a:solidFill>
              <a:srgbClr val="91BDE8"/>
            </a:solidFill>
          </a:ln>
        </p:spPr>
      </p:sp>
      <p:sp>
        <p:nvSpPr>
          <p:cNvPr id="71" name="系统卡片标题栏4"/>
          <p:cNvSpPr>
            <a:spLocks noGrp="1"/>
          </p:cNvSpPr>
          <p:nvPr/>
        </p:nvSpPr>
        <p:spPr>
          <a:xfrm>
            <a:off x="1066800" y="4429125"/>
            <a:ext cx="2438400" cy="304800"/>
          </a:xfrm>
          <a:prstGeom prst="rect">
            <a:avLst/>
          </a:prstGeom>
          <a:solidFill>
            <a:srgbClr val="ECF2F8"/>
          </a:solidFill>
          <a:ln w="7620">
            <a:solidFill>
              <a:srgbClr val="91BDE8"/>
            </a:solidFill>
          </a:ln>
        </p:spPr>
      </p:sp>
      <p:sp>
        <p:nvSpPr>
          <p:cNvPr id="72" name="系统名称4"/>
          <p:cNvSpPr>
            <a:spLocks noGrp="1"/>
          </p:cNvSpPr>
          <p:nvPr/>
        </p:nvSpPr>
        <p:spPr>
          <a:xfrm>
            <a:off x="1162050" y="4448175"/>
            <a:ext cx="22479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0" b="1">
                <a:solidFill>
                  <a:srgbClr val="1479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PLM生命周期管理</a:t>
            </a:r>
            <a:endParaRPr sz="154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系统功能4"/>
          <p:cNvSpPr>
            <a:spLocks noGrp="1"/>
          </p:cNvSpPr>
          <p:nvPr/>
        </p:nvSpPr>
        <p:spPr>
          <a:xfrm>
            <a:off x="1171575" y="4838700"/>
            <a:ext cx="2228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图纸与技术资料</a:t>
            </a:r>
            <a:endParaRPr sz="1390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系统卡片底板5"/>
          <p:cNvSpPr>
            <a:spLocks noGrp="1"/>
          </p:cNvSpPr>
          <p:nvPr/>
        </p:nvSpPr>
        <p:spPr>
          <a:xfrm>
            <a:off x="3657600" y="4429125"/>
            <a:ext cx="2438400" cy="828675"/>
          </a:xfrm>
          <a:prstGeom prst="rect">
            <a:avLst/>
          </a:prstGeom>
          <a:solidFill>
            <a:srgbClr val="FFFFFF"/>
          </a:solidFill>
          <a:ln w="7620">
            <a:solidFill>
              <a:srgbClr val="91BDE8"/>
            </a:solidFill>
          </a:ln>
        </p:spPr>
      </p:sp>
      <p:sp>
        <p:nvSpPr>
          <p:cNvPr id="75" name="系统卡片标题栏5"/>
          <p:cNvSpPr>
            <a:spLocks noGrp="1"/>
          </p:cNvSpPr>
          <p:nvPr/>
        </p:nvSpPr>
        <p:spPr>
          <a:xfrm>
            <a:off x="3657600" y="4429125"/>
            <a:ext cx="2438400" cy="304800"/>
          </a:xfrm>
          <a:prstGeom prst="rect">
            <a:avLst/>
          </a:prstGeom>
          <a:solidFill>
            <a:srgbClr val="ECF2F8"/>
          </a:solidFill>
          <a:ln w="7620">
            <a:solidFill>
              <a:srgbClr val="91BDE8"/>
            </a:solidFill>
          </a:ln>
        </p:spPr>
      </p:sp>
      <p:sp>
        <p:nvSpPr>
          <p:cNvPr id="76" name="系统名称5"/>
          <p:cNvSpPr>
            <a:spLocks noGrp="1"/>
          </p:cNvSpPr>
          <p:nvPr/>
        </p:nvSpPr>
        <p:spPr>
          <a:xfrm>
            <a:off x="3752850" y="444817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0" b="1">
                <a:solidFill>
                  <a:srgbClr val="1479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文控系统</a:t>
            </a:r>
            <a:endParaRPr sz="154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自研状态5"/>
          <p:cNvSpPr>
            <a:spLocks noGrp="1"/>
          </p:cNvSpPr>
          <p:nvPr/>
        </p:nvSpPr>
        <p:spPr>
          <a:xfrm>
            <a:off x="5715000" y="4467225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015" b="1">
                <a:solidFill>
                  <a:srgbClr val="1479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1479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</a:t>
            </a:r>
            <a:endParaRPr sz="1015" b="1">
              <a:solidFill>
                <a:srgbClr val="1479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系统功能5"/>
          <p:cNvSpPr>
            <a:spLocks noGrp="1"/>
          </p:cNvSpPr>
          <p:nvPr/>
        </p:nvSpPr>
        <p:spPr>
          <a:xfrm>
            <a:off x="3762375" y="4838700"/>
            <a:ext cx="2228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受控文件与变更管理</a:t>
            </a:r>
            <a:endParaRPr sz="1390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系统卡片底板6"/>
          <p:cNvSpPr>
            <a:spLocks noGrp="1"/>
          </p:cNvSpPr>
          <p:nvPr/>
        </p:nvSpPr>
        <p:spPr>
          <a:xfrm>
            <a:off x="6248400" y="4429125"/>
            <a:ext cx="2438400" cy="828675"/>
          </a:xfrm>
          <a:prstGeom prst="rect">
            <a:avLst/>
          </a:prstGeom>
          <a:solidFill>
            <a:srgbClr val="FFFFFF"/>
          </a:solidFill>
          <a:ln w="7620">
            <a:solidFill>
              <a:srgbClr val="91BDE8"/>
            </a:solidFill>
          </a:ln>
        </p:spPr>
      </p:sp>
      <p:sp>
        <p:nvSpPr>
          <p:cNvPr id="80" name="系统卡片标题栏6"/>
          <p:cNvSpPr>
            <a:spLocks noGrp="1"/>
          </p:cNvSpPr>
          <p:nvPr/>
        </p:nvSpPr>
        <p:spPr>
          <a:xfrm>
            <a:off x="6248400" y="4429125"/>
            <a:ext cx="2438400" cy="304800"/>
          </a:xfrm>
          <a:prstGeom prst="rect">
            <a:avLst/>
          </a:prstGeom>
          <a:solidFill>
            <a:srgbClr val="ECF2F8"/>
          </a:solidFill>
          <a:ln w="7620">
            <a:solidFill>
              <a:srgbClr val="91BDE8"/>
            </a:solidFill>
          </a:ln>
        </p:spPr>
      </p:sp>
      <p:sp>
        <p:nvSpPr>
          <p:cNvPr id="81" name="系统名称6"/>
          <p:cNvSpPr>
            <a:spLocks noGrp="1"/>
          </p:cNvSpPr>
          <p:nvPr/>
        </p:nvSpPr>
        <p:spPr>
          <a:xfrm>
            <a:off x="6343650" y="444817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0" b="1">
                <a:solidFill>
                  <a:srgbClr val="3980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eDHR电子批记录</a:t>
            </a:r>
            <a:endParaRPr sz="154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自研状态6"/>
          <p:cNvSpPr>
            <a:spLocks noGrp="1"/>
          </p:cNvSpPr>
          <p:nvPr/>
        </p:nvSpPr>
        <p:spPr>
          <a:xfrm>
            <a:off x="8305800" y="4467225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015" b="1">
                <a:solidFill>
                  <a:srgbClr val="3980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3980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</a:t>
            </a:r>
            <a:endParaRPr sz="1015" b="1">
              <a:solidFill>
                <a:srgbClr val="3980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系统功能6"/>
          <p:cNvSpPr>
            <a:spLocks noGrp="1"/>
          </p:cNvSpPr>
          <p:nvPr/>
        </p:nvSpPr>
        <p:spPr>
          <a:xfrm>
            <a:off x="6353175" y="4838700"/>
            <a:ext cx="2228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生产记录与过程追溯</a:t>
            </a:r>
            <a:endParaRPr sz="1390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系统卡片底板7"/>
          <p:cNvSpPr>
            <a:spLocks noGrp="1"/>
          </p:cNvSpPr>
          <p:nvPr/>
        </p:nvSpPr>
        <p:spPr>
          <a:xfrm>
            <a:off x="8839200" y="4429125"/>
            <a:ext cx="2438400" cy="828675"/>
          </a:xfrm>
          <a:prstGeom prst="rect">
            <a:avLst/>
          </a:prstGeom>
          <a:solidFill>
            <a:srgbClr val="F1F6FF"/>
          </a:solidFill>
          <a:ln w="10478">
            <a:solidFill>
              <a:srgbClr val="023892"/>
            </a:solidFill>
          </a:ln>
        </p:spPr>
      </p:sp>
      <p:sp>
        <p:nvSpPr>
          <p:cNvPr id="85" name="系统卡片标题栏7"/>
          <p:cNvSpPr>
            <a:spLocks noGrp="1"/>
          </p:cNvSpPr>
          <p:nvPr/>
        </p:nvSpPr>
        <p:spPr>
          <a:xfrm>
            <a:off x="8839200" y="4429125"/>
            <a:ext cx="2438400" cy="304800"/>
          </a:xfrm>
          <a:prstGeom prst="rect">
            <a:avLst/>
          </a:prstGeom>
          <a:solidFill>
            <a:srgbClr val="023892"/>
          </a:solidFill>
          <a:ln w="7620">
            <a:solidFill>
              <a:srgbClr val="023892"/>
            </a:solidFill>
          </a:ln>
        </p:spPr>
      </p:sp>
      <p:sp>
        <p:nvSpPr>
          <p:cNvPr id="86" name="系统名称7"/>
          <p:cNvSpPr>
            <a:spLocks noGrp="1"/>
          </p:cNvSpPr>
          <p:nvPr/>
        </p:nvSpPr>
        <p:spPr>
          <a:xfrm>
            <a:off x="8934450" y="4448175"/>
            <a:ext cx="16573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设备管理系统</a:t>
            </a:r>
            <a:endParaRPr sz="1540" b="1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自研状态7"/>
          <p:cNvSpPr>
            <a:spLocks noGrp="1"/>
          </p:cNvSpPr>
          <p:nvPr/>
        </p:nvSpPr>
        <p:spPr>
          <a:xfrm>
            <a:off x="10648950" y="44672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0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自研规划</a:t>
            </a:r>
            <a:endParaRPr sz="10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系统功能7"/>
          <p:cNvSpPr>
            <a:spLocks noGrp="1"/>
          </p:cNvSpPr>
          <p:nvPr/>
        </p:nvSpPr>
        <p:spPr>
          <a:xfrm>
            <a:off x="8943975" y="4838700"/>
            <a:ext cx="2228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设备的使用、维护</a:t>
            </a:r>
            <a:endParaRPr sz="1390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系统卡片底板8"/>
          <p:cNvSpPr>
            <a:spLocks noGrp="1"/>
          </p:cNvSpPr>
          <p:nvPr/>
        </p:nvSpPr>
        <p:spPr>
          <a:xfrm>
            <a:off x="1066800" y="5381625"/>
            <a:ext cx="2438400" cy="828675"/>
          </a:xfrm>
          <a:prstGeom prst="rect">
            <a:avLst/>
          </a:prstGeom>
          <a:solidFill>
            <a:srgbClr val="FFFFFF"/>
          </a:solidFill>
          <a:ln w="7620">
            <a:solidFill>
              <a:srgbClr val="91BDE8"/>
            </a:solidFill>
          </a:ln>
        </p:spPr>
      </p:sp>
      <p:sp>
        <p:nvSpPr>
          <p:cNvPr id="90" name="系统卡片标题栏8"/>
          <p:cNvSpPr>
            <a:spLocks noGrp="1"/>
          </p:cNvSpPr>
          <p:nvPr/>
        </p:nvSpPr>
        <p:spPr>
          <a:xfrm>
            <a:off x="1066800" y="5381625"/>
            <a:ext cx="2438400" cy="304800"/>
          </a:xfrm>
          <a:prstGeom prst="rect">
            <a:avLst/>
          </a:prstGeom>
          <a:solidFill>
            <a:srgbClr val="ECF2F8"/>
          </a:solidFill>
          <a:ln w="7620">
            <a:solidFill>
              <a:srgbClr val="91BDE8"/>
            </a:solidFill>
          </a:ln>
        </p:spPr>
      </p:sp>
      <p:sp>
        <p:nvSpPr>
          <p:cNvPr id="91" name="系统名称8"/>
          <p:cNvSpPr>
            <a:spLocks noGrp="1"/>
          </p:cNvSpPr>
          <p:nvPr/>
        </p:nvSpPr>
        <p:spPr>
          <a:xfrm>
            <a:off x="1162050" y="5400675"/>
            <a:ext cx="22479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0" b="1">
                <a:solidFill>
                  <a:srgbClr val="1479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DMS经销商管理</a:t>
            </a:r>
            <a:endParaRPr sz="154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系统功能8"/>
          <p:cNvSpPr>
            <a:spLocks noGrp="1"/>
          </p:cNvSpPr>
          <p:nvPr/>
        </p:nvSpPr>
        <p:spPr>
          <a:xfrm>
            <a:off x="1171575" y="5791200"/>
            <a:ext cx="2228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渠道、订单与销售信息</a:t>
            </a:r>
            <a:endParaRPr sz="1390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系统卡片底板9"/>
          <p:cNvSpPr>
            <a:spLocks noGrp="1"/>
          </p:cNvSpPr>
          <p:nvPr/>
        </p:nvSpPr>
        <p:spPr>
          <a:xfrm>
            <a:off x="3657600" y="5381625"/>
            <a:ext cx="2438400" cy="828675"/>
          </a:xfrm>
          <a:prstGeom prst="rect">
            <a:avLst/>
          </a:prstGeom>
          <a:solidFill>
            <a:srgbClr val="FFFFFF"/>
          </a:solidFill>
          <a:ln w="7620">
            <a:solidFill>
              <a:srgbClr val="91BDE8"/>
            </a:solidFill>
          </a:ln>
        </p:spPr>
      </p:sp>
      <p:sp>
        <p:nvSpPr>
          <p:cNvPr id="94" name="系统卡片标题栏9"/>
          <p:cNvSpPr>
            <a:spLocks noGrp="1"/>
          </p:cNvSpPr>
          <p:nvPr/>
        </p:nvSpPr>
        <p:spPr>
          <a:xfrm>
            <a:off x="3657600" y="5381625"/>
            <a:ext cx="2438400" cy="304800"/>
          </a:xfrm>
          <a:prstGeom prst="rect">
            <a:avLst/>
          </a:prstGeom>
          <a:solidFill>
            <a:srgbClr val="ECF2F8"/>
          </a:solidFill>
          <a:ln w="7620">
            <a:solidFill>
              <a:srgbClr val="91BDE8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95" name="系统名称9"/>
          <p:cNvSpPr>
            <a:spLocks noGrp="1"/>
          </p:cNvSpPr>
          <p:nvPr/>
        </p:nvSpPr>
        <p:spPr>
          <a:xfrm>
            <a:off x="3752850" y="5400675"/>
            <a:ext cx="22479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0" b="1">
                <a:solidFill>
                  <a:srgbClr val="6541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钉钉</a:t>
            </a:r>
            <a:endParaRPr sz="154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系统功能9"/>
          <p:cNvSpPr>
            <a:spLocks noGrp="1"/>
          </p:cNvSpPr>
          <p:nvPr/>
        </p:nvSpPr>
        <p:spPr>
          <a:xfrm>
            <a:off x="3762375" y="5791200"/>
            <a:ext cx="2228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审批管理与消息通知</a:t>
            </a:r>
            <a:endParaRPr sz="1390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系统卡片底板10"/>
          <p:cNvSpPr>
            <a:spLocks noGrp="1"/>
          </p:cNvSpPr>
          <p:nvPr/>
        </p:nvSpPr>
        <p:spPr>
          <a:xfrm>
            <a:off x="6248400" y="5381625"/>
            <a:ext cx="2438400" cy="828675"/>
          </a:xfrm>
          <a:prstGeom prst="rect">
            <a:avLst/>
          </a:prstGeom>
          <a:solidFill>
            <a:srgbClr val="F1F6FF"/>
          </a:solidFill>
          <a:ln w="10478">
            <a:solidFill>
              <a:srgbClr val="023892"/>
            </a:solidFill>
          </a:ln>
        </p:spPr>
      </p:sp>
      <p:sp>
        <p:nvSpPr>
          <p:cNvPr id="98" name="系统卡片标题栏10"/>
          <p:cNvSpPr>
            <a:spLocks noGrp="1"/>
          </p:cNvSpPr>
          <p:nvPr/>
        </p:nvSpPr>
        <p:spPr>
          <a:xfrm>
            <a:off x="6248400" y="5381625"/>
            <a:ext cx="2438400" cy="304800"/>
          </a:xfrm>
          <a:prstGeom prst="rect">
            <a:avLst/>
          </a:prstGeom>
          <a:solidFill>
            <a:srgbClr val="023892"/>
          </a:solidFill>
          <a:ln w="7620">
            <a:solidFill>
              <a:srgbClr val="023892"/>
            </a:solidFill>
          </a:ln>
        </p:spPr>
      </p:sp>
      <p:sp>
        <p:nvSpPr>
          <p:cNvPr id="99" name="系统名称10"/>
          <p:cNvSpPr>
            <a:spLocks noGrp="1"/>
          </p:cNvSpPr>
          <p:nvPr/>
        </p:nvSpPr>
        <p:spPr>
          <a:xfrm>
            <a:off x="6343650" y="5400675"/>
            <a:ext cx="16573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OA管理系统</a:t>
            </a:r>
            <a:endParaRPr sz="1540" b="1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自研状态10"/>
          <p:cNvSpPr>
            <a:spLocks noGrp="1"/>
          </p:cNvSpPr>
          <p:nvPr/>
        </p:nvSpPr>
        <p:spPr>
          <a:xfrm>
            <a:off x="8058150" y="5419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0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自研规划</a:t>
            </a:r>
            <a:endParaRPr sz="10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系统功能10"/>
          <p:cNvSpPr>
            <a:spLocks noGrp="1"/>
          </p:cNvSpPr>
          <p:nvPr/>
        </p:nvSpPr>
        <p:spPr>
          <a:xfrm>
            <a:off x="6353175" y="5791200"/>
            <a:ext cx="2228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人事管理与培训管理</a:t>
            </a:r>
            <a:endParaRPr sz="1390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系统卡片底板11"/>
          <p:cNvSpPr>
            <a:spLocks noGrp="1"/>
          </p:cNvSpPr>
          <p:nvPr/>
        </p:nvSpPr>
        <p:spPr>
          <a:xfrm>
            <a:off x="8839200" y="5381625"/>
            <a:ext cx="2438400" cy="828675"/>
          </a:xfrm>
          <a:prstGeom prst="rect">
            <a:avLst/>
          </a:prstGeom>
          <a:solidFill>
            <a:srgbClr val="FFFFFF"/>
          </a:solidFill>
          <a:ln w="7620">
            <a:solidFill>
              <a:srgbClr val="91BDE8"/>
            </a:solidFill>
          </a:ln>
        </p:spPr>
      </p:sp>
      <p:sp>
        <p:nvSpPr>
          <p:cNvPr id="103" name="系统卡片标题栏11"/>
          <p:cNvSpPr>
            <a:spLocks noGrp="1"/>
          </p:cNvSpPr>
          <p:nvPr/>
        </p:nvSpPr>
        <p:spPr>
          <a:xfrm>
            <a:off x="8839200" y="5381625"/>
            <a:ext cx="2438400" cy="304800"/>
          </a:xfrm>
          <a:prstGeom prst="rect">
            <a:avLst/>
          </a:prstGeom>
          <a:solidFill>
            <a:srgbClr val="ECF2F8"/>
          </a:solidFill>
          <a:ln w="7620">
            <a:solidFill>
              <a:srgbClr val="91BDE8"/>
            </a:solidFill>
          </a:ln>
        </p:spPr>
      </p:sp>
      <p:sp>
        <p:nvSpPr>
          <p:cNvPr id="104" name="系统名称11"/>
          <p:cNvSpPr>
            <a:spLocks noGrp="1"/>
          </p:cNvSpPr>
          <p:nvPr/>
        </p:nvSpPr>
        <p:spPr>
          <a:xfrm>
            <a:off x="8934450" y="540067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0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智能展厅</a:t>
            </a:r>
            <a:endParaRPr sz="154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自研状态11"/>
          <p:cNvSpPr>
            <a:spLocks noGrp="1"/>
          </p:cNvSpPr>
          <p:nvPr/>
        </p:nvSpPr>
        <p:spPr>
          <a:xfrm>
            <a:off x="10896600" y="5419725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01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0238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</a:t>
            </a:r>
            <a:endParaRPr sz="1015" b="1">
              <a:solidFill>
                <a:srgbClr val="0238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系统功能11"/>
          <p:cNvSpPr>
            <a:spLocks noGrp="1"/>
          </p:cNvSpPr>
          <p:nvPr/>
        </p:nvSpPr>
        <p:spPr>
          <a:xfrm>
            <a:off x="8943975" y="5791200"/>
            <a:ext cx="2228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1738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产品展示与客户交流</a:t>
            </a:r>
            <a:endParaRPr sz="1390" b="0">
              <a:solidFill>
                <a:srgbClr val="1738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TMwODE3ZGZhYjU5OTFkODcxMjJiYTMxNDY4MTBiNTQifQ==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第一PPT，www.1ppt.com​">
  <a:themeElements>
    <a:clrScheme name="自定义 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0070C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lumMod val="100000"/>
                <a:satMod val="100000"/>
              </a:schemeClr>
            </a:gs>
            <a:gs pos="100000">
              <a:schemeClr val="phClr">
                <a:tint val="61000"/>
                <a:lumMod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lumMod val="100000"/>
                <a:satMod val="100000"/>
              </a:schemeClr>
            </a:gs>
            <a:gs pos="100000">
              <a:schemeClr val="phClr">
                <a:tint val="90000"/>
                <a:shade val="100000"/>
                <a:lumMod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>
          <a:solidFill>
            <a:schemeClr val="phClr"/>
          </a:solidFill>
          <a:prstDash val="solid"/>
        </a:ln>
        <a:ln w="1587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solidFill>
          <a:schemeClr val="lt2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INT母版">
  <a:themeElements>
    <a:clrScheme name="INT颜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034A90"/>
      </a:accent1>
      <a:accent2>
        <a:srgbClr val="58B6E5"/>
      </a:accent2>
      <a:accent3>
        <a:srgbClr val="BFBFBF"/>
      </a:accent3>
      <a:accent4>
        <a:srgbClr val="FFBA55"/>
      </a:accent4>
      <a:accent5>
        <a:srgbClr val="023160"/>
      </a:accent5>
      <a:accent6>
        <a:srgbClr val="C2DFFD"/>
      </a:accent6>
      <a:hlink>
        <a:srgbClr val="314273"/>
      </a:hlink>
      <a:folHlink>
        <a:srgbClr val="58B6E5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NT颜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INT母版">
  <a:themeElements>
    <a:clrScheme name="INT颜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034A90"/>
      </a:accent1>
      <a:accent2>
        <a:srgbClr val="58B6E5"/>
      </a:accent2>
      <a:accent3>
        <a:srgbClr val="BFBFBF"/>
      </a:accent3>
      <a:accent4>
        <a:srgbClr val="FFBA55"/>
      </a:accent4>
      <a:accent5>
        <a:srgbClr val="023160"/>
      </a:accent5>
      <a:accent6>
        <a:srgbClr val="C2DFFD"/>
      </a:accent6>
      <a:hlink>
        <a:srgbClr val="314273"/>
      </a:hlink>
      <a:folHlink>
        <a:srgbClr val="58B6E5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NT颜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INT母版">
  <a:themeElements>
    <a:clrScheme name="INT颜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034A90"/>
      </a:accent1>
      <a:accent2>
        <a:srgbClr val="58B6E5"/>
      </a:accent2>
      <a:accent3>
        <a:srgbClr val="BFBFBF"/>
      </a:accent3>
      <a:accent4>
        <a:srgbClr val="FFBA55"/>
      </a:accent4>
      <a:accent5>
        <a:srgbClr val="023160"/>
      </a:accent5>
      <a:accent6>
        <a:srgbClr val="C2DFFD"/>
      </a:accent6>
      <a:hlink>
        <a:srgbClr val="314273"/>
      </a:hlink>
      <a:folHlink>
        <a:srgbClr val="58B6E5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NT颜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INT母版">
  <a:themeElements>
    <a:clrScheme name="INT颜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034A90"/>
      </a:accent1>
      <a:accent2>
        <a:srgbClr val="58B6E5"/>
      </a:accent2>
      <a:accent3>
        <a:srgbClr val="BFBFBF"/>
      </a:accent3>
      <a:accent4>
        <a:srgbClr val="FFBA55"/>
      </a:accent4>
      <a:accent5>
        <a:srgbClr val="023160"/>
      </a:accent5>
      <a:accent6>
        <a:srgbClr val="C2DFFD"/>
      </a:accent6>
      <a:hlink>
        <a:srgbClr val="314273"/>
      </a:hlink>
      <a:folHlink>
        <a:srgbClr val="58B6E5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NT颜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5_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lumMod val="100000"/>
                <a:satMod val="100000"/>
              </a:schemeClr>
            </a:gs>
            <a:gs pos="100000">
              <a:schemeClr val="phClr">
                <a:tint val="61000"/>
                <a:lumMod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lumMod val="100000"/>
                <a:satMod val="100000"/>
              </a:schemeClr>
            </a:gs>
            <a:gs pos="100000">
              <a:schemeClr val="phClr">
                <a:tint val="90000"/>
                <a:shade val="100000"/>
                <a:lumMod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>
          <a:solidFill>
            <a:schemeClr val="phClr"/>
          </a:solidFill>
          <a:prstDash val="solid"/>
        </a:ln>
        <a:ln w="1587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solidFill>
          <a:schemeClr val="lt2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</Words>
  <Application>WPS 演示</Application>
  <PresentationFormat>Converted Presentation</PresentationFormat>
  <Paragraphs>136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41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2</vt:i4>
      </vt:variant>
    </vt:vector>
  </HeadingPairs>
  <TitlesOfParts>
    <vt:vector size="54" baseType="lpstr">
      <vt:lpstr>Arial</vt:lpstr>
      <vt:lpstr>宋体</vt:lpstr>
      <vt:lpstr>Wingdings</vt:lpstr>
      <vt:lpstr>Calibri Light</vt:lpstr>
      <vt:lpstr>Arial</vt:lpstr>
      <vt:lpstr>Calibri</vt:lpstr>
      <vt:lpstr>Wingdings</vt:lpstr>
      <vt:lpstr>微软雅黑</vt:lpstr>
      <vt:lpstr>Tw Cen MT</vt:lpstr>
      <vt:lpstr>Segoe Print</vt:lpstr>
      <vt:lpstr>Wingdings 3</vt:lpstr>
      <vt:lpstr>Symbol</vt:lpstr>
      <vt:lpstr>Wingdings</vt:lpstr>
      <vt:lpstr>Roboto Regular</vt:lpstr>
      <vt:lpstr>思源黑体 CN Regular</vt:lpstr>
      <vt:lpstr>楷体</vt:lpstr>
      <vt:lpstr>Poppins</vt:lpstr>
      <vt:lpstr>Verdana</vt:lpstr>
      <vt:lpstr>华文仿宋</vt:lpstr>
      <vt:lpstr>仿宋</vt:lpstr>
      <vt:lpstr>Calibri</vt:lpstr>
      <vt:lpstr>Arial Narrow</vt:lpstr>
      <vt:lpstr>Century Gothic</vt:lpstr>
      <vt:lpstr>Arial Unicode MS</vt:lpstr>
      <vt:lpstr>Tw Cen MT Condensed</vt:lpstr>
      <vt:lpstr>Liberation Mono</vt:lpstr>
      <vt:lpstr>Roboto Bold</vt:lpstr>
      <vt:lpstr>思源黑体 CN Bold</vt:lpstr>
      <vt:lpstr>黑体</vt:lpstr>
      <vt:lpstr>Calibri Light</vt:lpstr>
      <vt:lpstr>Roboto Regular</vt:lpstr>
      <vt:lpstr>Tw Cen MT</vt:lpstr>
      <vt:lpstr>华文仿宋</vt:lpstr>
      <vt:lpstr>思源黑体 CN Regular</vt:lpstr>
      <vt:lpstr>Times NR MT Pro Medium</vt:lpstr>
      <vt:lpstr>Oxford Regular</vt:lpstr>
      <vt:lpstr>兰米黑体</vt:lpstr>
      <vt:lpstr>A new day begins</vt:lpstr>
      <vt:lpstr>Wonder Arial</vt:lpstr>
      <vt:lpstr>Kata Bold</vt:lpstr>
      <vt:lpstr>清雅黑体</vt:lpstr>
      <vt:lpstr>1_自定义设计方案</vt:lpstr>
      <vt:lpstr>自定义设计方案</vt:lpstr>
      <vt:lpstr>2_自定义设计方案</vt:lpstr>
      <vt:lpstr>1_第一PPT，www.1ppt.com​</vt:lpstr>
      <vt:lpstr>1_Office 主题​​</vt:lpstr>
      <vt:lpstr>1_积分</vt:lpstr>
      <vt:lpstr>7_INT母版</vt:lpstr>
      <vt:lpstr>1_INT母版</vt:lpstr>
      <vt:lpstr>2_INT母版</vt:lpstr>
      <vt:lpstr>3_INT母版</vt:lpstr>
      <vt:lpstr>5_积分</vt:lpstr>
      <vt:lpstr>瑛泰数字化现状</vt:lpstr>
      <vt:lpstr>数字化系统总览图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zeyu</cp:lastModifiedBy>
  <cp:revision>39</cp:revision>
  <dcterms:created xsi:type="dcterms:W3CDTF">2026-09-11T02:37:00Z</dcterms:created>
  <dcterms:modified xsi:type="dcterms:W3CDTF">2026-09-14T01:49:24Z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33D44F11E3914969AC9AA1D576451D48_13</vt:lpwstr>
  </property>
  <property fmtid="{D5CDD505-2E9C-101B-9397-08002B2CF9AE}" pid="3" name="KSOProductBuildVer">
    <vt:lpwstr>2052-12.1.0.28599</vt:lpwstr>
  </property>
</Properties>
</file>