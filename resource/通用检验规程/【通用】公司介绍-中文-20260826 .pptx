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  <p:sldMasterId id="2147483671" r:id="rId4"/>
    <p:sldMasterId id="2147483682" r:id="rId5"/>
    <p:sldMasterId id="2147483687" r:id="rId6"/>
    <p:sldMasterId id="2147483701" r:id="rId7"/>
    <p:sldMasterId id="2147483718" r:id="rId8"/>
    <p:sldMasterId id="2147483730" r:id="rId9"/>
    <p:sldMasterId id="2147483744" r:id="rId10"/>
    <p:sldMasterId id="2147483756" r:id="rId11"/>
    <p:sldMasterId id="2147483770" r:id="rId12"/>
  </p:sldMasterIdLst>
  <p:notesMasterIdLst>
    <p:notesMasterId r:id="rId17"/>
  </p:notesMasterIdLst>
  <p:handoutMasterIdLst>
    <p:handoutMasterId r:id="rId19"/>
  </p:handoutMasterIdLst>
  <p:sldIdLst>
    <p:sldId id="11092354" r:id="rId13"/>
    <p:sldId id="11092355" r:id="rId14"/>
    <p:sldId id="11092356" r:id="rId15"/>
    <p:sldId id="11092902" r:id="rId16"/>
    <p:sldId id="11093318" r:id="rId18"/>
  </p:sldIdLst>
  <p:sldSz cx="12192000" cy="6858000"/>
  <p:notesSz cx="6887845" cy="10017125"/>
  <p:custDataLst>
    <p:tags r:id="rId24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楷体" panose="02010609060101010101" pitchFamily="49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楷体" panose="02010609060101010101" pitchFamily="49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楷体" panose="02010609060101010101" pitchFamily="49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楷体" panose="02010609060101010101" pitchFamily="49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楷体" panose="02010609060101010101" pitchFamily="49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楷体" panose="02010609060101010101" pitchFamily="49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楷体" panose="02010609060101010101" pitchFamily="49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楷体" panose="02010609060101010101" pitchFamily="49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楷体" panose="02010609060101010101" pitchFamily="49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" initials="A" lastIdx="1" clrIdx="0"/>
  <p:cmAuthor id="7" name="BJB056office@kdl-int.com" initials="Bi" lastIdx="17" clrIdx="6"/>
  <p:cmAuthor id="1" name="KDL-YX-XZ-01" initials="K" lastIdx="17" clrIdx="0"/>
  <p:cmAuthor id="8" name="海 林" initials="海" lastIdx="2" clrIdx="7"/>
  <p:cmAuthor id="2" name="作者" initials="作" lastIdx="0" clrIdx="1"/>
  <p:cmAuthor id="9" name="ZJB" initials="Z" lastIdx="1" clrIdx="8"/>
  <p:cmAuthor id="3" name="CY" initials="C" lastIdx="1" clrIdx="2"/>
  <p:cmAuthor id="10" name="D01001" initials="D" lastIdx="1" clrIdx="9"/>
  <p:cmAuthor id="4" name="fafa" initials="f" lastIdx="2" clrIdx="1"/>
  <p:cmAuthor id="11" name="ABC" initials="A" lastIdx="1" clrIdx="10"/>
  <p:cmAuthor id="5" name="陈 小琦" initials="陈" lastIdx="1" clrIdx="3"/>
  <p:cmAuthor id="6" name="Administrator" initials="A" lastIdx="1" clrIdx="5"/>
  <p:cmAuthor id="399232880" name="WPS_1535604504" initials="W" lastIdx="1" clrIdx="10"/>
  <p:cmAuthor id="2002" name="yuwei xu" initials="yx" lastIdx="1" clrIdx="9"/>
  <p:cmAuthor id="2001" name="骆倩怡_Znauj26B" initials="authorId_382814100" lastIdx="0" clrIdx="0"/>
  <p:cmAuthor id="13" name="未知用户9" initials="未知用户9" lastIdx="1" clrIdx="17"/>
  <p:cmAuthor id="14" name="未知用户10" initials="未知用户10" lastIdx="1" clrIdx="18"/>
  <p:cmAuthor id="15" name="未知用户11" initials="未知用户11" lastIdx="1" clrIdx="19"/>
  <p:cmAuthor id="16" name="未知用户12" initials="未知用户12" lastIdx="1" clrIdx="20"/>
  <p:cmAuthor id="17" name="未知用户13" initials="未知用户13" lastIdx="1" clrIdx="21"/>
  <p:cmAuthor id="18" name="未知用户14" initials="未知用户14" lastIdx="1" clrIdx="22"/>
  <p:cmAuthor id="19" name="未知用户15" initials="未知用户15" lastIdx="1" clrIdx="23"/>
  <p:cmAuthor id="20" name="未知用户16" initials="未知用户16" lastIdx="1" clrIdx="24"/>
  <p:cmAuthor id="21" name="未知用户17" initials="未知用户17" lastIdx="1" clrIdx="25"/>
  <p:cmAuthor id="22" name="未知用户18" initials="未知用户18" lastIdx="1" clrIdx="26"/>
  <p:cmAuthor id="2000" name="陈京京_vaquaQvy" initials="authorId_1531172448" lastIdx="1646085876" clrIdx="0"/>
  <p:cmAuthor id="23" name="未知用户19" initials="未知用户19" lastIdx="1" clrIdx="27"/>
  <p:cmAuthor id="24" name="未知用户20" initials="未知用户20" lastIdx="1" clrIdx="28"/>
  <p:cmAuthor id="2003" name="DELL" initials="D" lastIdx="7" clrIdx="35"/>
  <p:cmAuthor id="25" name="未知用户21" initials="未知用户21" lastIdx="1" clrIdx="29"/>
  <p:cmAuthor id="26" name="未知用户22" initials="未知用户22" lastIdx="1" clrIdx="30"/>
  <p:cmAuthor id="27" name="未知用户23" initials="未知用户23" lastIdx="1" clrIdx="31"/>
  <p:cmAuthor id="28" name="未知用户24" initials="未知用户24" lastIdx="1" clrIdx="32"/>
  <p:cmAuthor id="29" name="刘 文波" initials="刘" lastIdx="2" clrIdx="12"/>
  <p:cmAuthor id="30" name="裴 校" initials="裴" lastIdx="1" clrIdx="34"/>
  <p:cmAuthor id="31" name="李忆" initials="李" lastIdx="1" clrIdx="30"/>
  <p:cmAuthor id="32" name="盛纵运营小组" initials="Office [32]" lastIdx="1" clrIdx="0"/>
  <p:cmAuthor id="33" name="amber" initials="a" lastIdx="1" clrIdx="32"/>
  <p:cmAuthor id="35" name="俞寅达" initials="俞" lastIdx="10" clrIdx="0"/>
  <p:cmAuthor id="667311465" name="彼得" initials="彼" lastIdx="1" clrIdx="38"/>
  <p:cmAuthor id="1483810881" name="WPS_1679281038" initials="W" lastIdx="1" clrIdx="2"/>
  <p:cmAuthor id="265172973" name="王旭" initials="王" lastIdx="1" clrIdx="40"/>
  <p:cmAuthor id="12" name="cai jing" initials="" lastIdx="1" clrIdx="12"/>
  <p:cmAuthor id="76" name="邹明武 邹明武" initials="邹明武" lastIdx="1" clrIdx="25"/>
  <p:cmAuthor id="636542860" name="CHU" initials="C" lastIdx="1" clrIdx="12"/>
  <p:cmAuthor id="495274648" name="二分之一的比例" initials="二" lastIdx="1" clrIdx="1"/>
  <p:cmAuthor id="44" name="未知的使用者134" initials="未知的使用者134" lastIdx="0" clrIdx="43"/>
  <p:cmAuthor id="45" name="Johnny Hsieh" initials="J" lastIdx="0" clrIdx="44"/>
  <p:cmAuthor id="46" name="未知用户6" initials="未" lastIdx="0" clrIdx="45"/>
  <p:cmAuthor id="47" name="rita" initials="r" lastIdx="0" clrIdx="46"/>
  <p:cmAuthor id="48" name="Cindy-NB" initials="C" lastIdx="0" clrIdx="47"/>
  <p:cmAuthor id="49" name="Louis Lu" initials="L" lastIdx="0" clrIdx="48"/>
  <p:cmAuthor id="50" name="未知用户4" initials="未" lastIdx="0" clrIdx="49"/>
  <p:cmAuthor id="51" name="Kevin Hu" initials="K" lastIdx="0" clrIdx="50"/>
  <p:cmAuthor id="52" name="Neno Loje" initials="N" lastIdx="0" clrIdx="51"/>
  <p:cmAuthor id="53" name="Unknown User1" initials="U" lastIdx="0" clrIdx="52"/>
  <p:cmAuthor id="54" name="刘辉" initials="刘" lastIdx="0" clrIdx="53"/>
  <p:cmAuthor id="55" name="elfinhsu" initials="e" lastIdx="0" clrIdx="54"/>
  <p:cmAuthor id="56" name="未知用户1" initials="未" lastIdx="0" clrIdx="55"/>
  <p:cmAuthor id="57" name="未知的使用者4" initials="未" lastIdx="0" clrIdx="56"/>
  <p:cmAuthor id="58" name="未知的使用者2" initials="未" lastIdx="0" clrIdx="57"/>
  <p:cmAuthor id="59" name="未知的使用者10" initials="未" lastIdx="0" clrIdx="58"/>
  <p:cmAuthor id="60" name="未知的使用者7" initials="未" lastIdx="0" clrIdx="59"/>
  <p:cmAuthor id="61" name="未知用户8" initials="未" lastIdx="0" clrIdx="60"/>
  <p:cmAuthor id="62" name="微软用户" initials="微" lastIdx="0" clrIdx="61"/>
  <p:cmAuthor id="63" name="未知的使用者6" initials="未" lastIdx="0" clrIdx="62"/>
  <p:cmAuthor id="64" name="August" initials="A" lastIdx="0" clrIdx="63"/>
  <p:cmAuthor id="65" name="未知用户343" initials="未" lastIdx="0" clrIdx="64"/>
  <p:cmAuthor id="66" name="未知的使用者19" initials="未" lastIdx="0" clrIdx="65"/>
  <p:cmAuthor id="67" name="未知的使用者20" initials="未" lastIdx="0" clrIdx="66"/>
  <p:cmAuthor id="68" name="未知的使用者21" initials="未" lastIdx="0" clrIdx="67"/>
  <p:cmAuthor id="69" name="未知的使用者5" initials="未知的使用者5" lastIdx="0" clrIdx="68"/>
  <p:cmAuthor id="70" name="未知的使用者17" initials="未" lastIdx="0" clrIdx="69"/>
  <p:cmAuthor id="71" name="RS001" initials="R" lastIdx="0" clrIdx="70"/>
  <p:cmAuthor id="72" name="未知的使用者18" initials="未" lastIdx="0" clrIdx="71"/>
  <p:cmAuthor id="73" name="zhangmh@httz.cc" initials="z" lastIdx="0" clrIdx="72"/>
  <p:cmAuthor id="74" name="未知的使用者15" initials="未" lastIdx="0" clrIdx="73"/>
  <p:cmAuthor id="75" name="汉录 张" initials="汉张" lastIdx="0" clrIdx="74"/>
  <p:cmAuthor id="77" name="侯舒元" initials="侯" lastIdx="0" clrIdx="76"/>
  <p:cmAuthor id="78" name="Wenwen" initials="W" lastIdx="0" clrIdx="77"/>
  <p:cmAuthor id="79" name="zhouhao" initials="z" lastIdx="0" clrIdx="78"/>
  <p:cmAuthor id="80" name="vicki" initials="v" lastIdx="0" clrIdx="79"/>
  <p:cmAuthor id="81" name="未知的使用者100" initials="未" lastIdx="0" clrIdx="80"/>
  <p:cmAuthor id="82" name="yjashley" initials="y" lastIdx="0" clrIdx="81"/>
  <p:cmAuthor id="83" name="guocc" initials="g" lastIdx="0" clrIdx="82"/>
  <p:cmAuthor id="84" name="Sheen Dong" initials="S" lastIdx="0" clrIdx="83"/>
  <p:cmAuthor id="85" name="未知用户39" initials="未" lastIdx="0" clrIdx="84"/>
  <p:cmAuthor id="86" name="Admin" initials="A" lastIdx="0" clrIdx="85"/>
  <p:cmAuthor id="87" name="庆芳 许" initials="庆芳" lastIdx="0" clrIdx="86"/>
  <p:cmAuthor id="88" name="梅芬 吳" initials="梅芬" lastIdx="0" clrIdx="87"/>
  <p:cmAuthor id="89" name="hu yan" initials="hy" lastIdx="0" clrIdx="88"/>
  <p:cmAuthor id="90" name="未知的使用者135" initials="" lastIdx="0" clrIdx="89"/>
  <p:cmAuthor id="91" name="49554261@qq.com" initials="" lastIdx="0" clrIdx="90"/>
  <p:cmAuthor id="92" name="噫呜呜噫" initials="噫" lastIdx="0" clrIdx="91"/>
  <p:cmAuthor id="93" name="未知用户164" initials="未" lastIdx="0" clrIdx="92"/>
  <p:cmAuthor id="94" name="未知的使用者11" initials="未" lastIdx="0" clrIdx="93"/>
  <p:cmAuthor id="95" name="未知用户182" initials="未" lastIdx="0" clrIdx="94"/>
  <p:cmAuthor id="96" name="Unknown User7" initials="U" lastIdx="0" clrIdx="95"/>
  <p:cmAuthor id="97" name="JaSsmiNeYY" initials="J" lastIdx="0" clrIdx="96"/>
  <p:cmAuthor id="98" name="未知用户204" initials="未" lastIdx="0" clrIdx="97"/>
  <p:cmAuthor id="99" name="Unknown User8" initials="U" lastIdx="0" clrIdx="98"/>
  <p:cmAuthor id="100" name="未知用户205" initials="未" lastIdx="0" clrIdx="99"/>
  <p:cmAuthor id="101" name="未知的使用者8" initials="未" lastIdx="0" clrIdx="100"/>
  <p:cmAuthor id="102" name="任OK " initials="任" lastIdx="0" clrIdx="101"/>
  <p:cmAuthor id="103" name="未知的使用者161" initials="未" lastIdx="0" clrIdx="102"/>
  <p:cmAuthor id="104" name="未知的使用者51" initials="未" lastIdx="0" clrIdx="103"/>
  <p:cmAuthor id="105" name="未知的使用者162" initials="未" lastIdx="0" clrIdx="104"/>
  <p:cmAuthor id="106" name="未知的使用者53" initials="未" lastIdx="0" clrIdx="105"/>
  <p:cmAuthor id="107" name="未知的使用者148" initials="未" lastIdx="0" clrIdx="106"/>
  <p:cmAuthor id="108" name="未知的使用者46" initials="未" lastIdx="0" clrIdx="107"/>
  <p:cmAuthor id="109" name="未知的使用者198" initials="未" lastIdx="0" clrIdx="108"/>
  <p:cmAuthor id="110" name="未知用户2" initials="未" lastIdx="0" clrIdx="109"/>
  <p:cmAuthor id="111" name="未知用户202" initials="未" lastIdx="0" clrIdx="110"/>
  <p:cmAuthor id="112" name="未知的使用者24" initials="未" lastIdx="0" clrIdx="111"/>
  <p:cmAuthor id="113" name="未知的使用者221" initials="" lastIdx="0" clrIdx="112"/>
  <p:cmAuthor id="114" name="未知的使用者25" initials="未" lastIdx="0" clrIdx="113"/>
  <p:cmAuthor id="115" name="朱锐" initials="朱" lastIdx="0" clrIdx="114"/>
  <p:cmAuthor id="116" name="未知的使用者81" initials="未" lastIdx="0" clrIdx="115"/>
  <p:cmAuthor id="117" name="未知的使用者26" initials="未" lastIdx="0" clrIdx="116"/>
  <p:cmAuthor id="118" name="dscAdmin" initials="d" lastIdx="0" clrIdx="117"/>
  <p:cmAuthor id="119" name="未知的使用者27" initials="未" lastIdx="0" clrIdx="118"/>
  <p:cmAuthor id="120" name="Microsoft Office 使用者" initials="M" lastIdx="0" clrIdx="119"/>
  <p:cmAuthor id="121" name="未知的使用者28" initials="未" lastIdx="0" clrIdx="120"/>
  <p:cmAuthor id="122" name="未知用户110" initials="未" lastIdx="0" clrIdx="121"/>
  <p:cmAuthor id="123" name="未知的使用者29" initials="未" lastIdx="0" clrIdx="122"/>
  <p:cmAuthor id="124" name="Jason Wang" initials="J" lastIdx="0" clrIdx="123"/>
  <p:cmAuthor id="125" name="王丽君" initials="王" lastIdx="0" clrIdx="124"/>
  <p:cmAuthor id="126" name="未知用户5" initials="未" lastIdx="0" clrIdx="125"/>
  <p:cmAuthor id="127" name="未知用户255" initials="未" lastIdx="0" clrIdx="126"/>
  <p:cmAuthor id="128" name="未知的使用者9" initials="未" lastIdx="0" clrIdx="127"/>
  <p:cmAuthor id="129" name="未知用户25" initials="未" lastIdx="0" clrIdx="128"/>
  <p:cmAuthor id="130" name="王鹏凯" initials="王" lastIdx="0" clrIdx="129"/>
  <p:cmAuthor id="131" name="未知用户257" initials="未" lastIdx="0" clrIdx="130"/>
  <p:cmAuthor id="132" name="未知的使用者309" initials="未知的使用者309" lastIdx="0" clrIdx="131"/>
  <p:cmAuthor id="133" name="未知用户261" initials="未" lastIdx="0" clrIdx="132"/>
  <p:cmAuthor id="134" name="Saku Uchikawa" initials="S" lastIdx="0" clrIdx="133"/>
  <p:cmAuthor id="135" name="未知用户272" initials="未" lastIdx="0" clrIdx="134"/>
  <p:cmAuthor id="136" name="未知的使用者3" initials="未" lastIdx="0" clrIdx="135"/>
  <p:cmAuthor id="137" name="Kathy" initials="K" lastIdx="0" clrIdx="136"/>
  <p:cmAuthor id="138" name="張秀娟" initials="張" lastIdx="0" clrIdx="137"/>
  <p:cmAuthor id="139" name="淑美 翁" initials="淑" lastIdx="0" clrIdx="138"/>
  <p:cmAuthor id="140" name="未知的使用者34" initials="未" lastIdx="0" clrIdx="139"/>
  <p:cmAuthor id="141" name="未知用户278" initials="未" lastIdx="0" clrIdx="140"/>
  <p:cmAuthor id="142" name="未知的使用者35" initials="未" lastIdx="0" clrIdx="141"/>
  <p:cmAuthor id="143" name="未知用户266" initials="未" lastIdx="0" clrIdx="142"/>
  <p:cmAuthor id="144" name="未知的使用者30" initials="未" lastIdx="0" clrIdx="143"/>
  <p:cmAuthor id="145" name="Unknown User77" initials="U" lastIdx="0" clrIdx="144"/>
  <p:cmAuthor id="146" name="未知的使用者31" initials="未" lastIdx="0" clrIdx="145"/>
  <p:cmAuthor id="147" name="Alpha" initials="α" lastIdx="0" clrIdx="146"/>
  <p:cmAuthor id="148" name="未知的使用者32" initials="未" lastIdx="0" clrIdx="147"/>
  <p:cmAuthor id="149" name="未知用户294" initials="未" lastIdx="0" clrIdx="148"/>
  <p:cmAuthor id="150" name="未知的使用者22" initials="未" lastIdx="0" clrIdx="149"/>
  <p:cmAuthor id="151" name="未知用户307" initials="未" lastIdx="0" clrIdx="150"/>
  <p:cmAuthor id="152" name="未知的使用者23" initials="未" lastIdx="0" clrIdx="151"/>
  <p:cmAuthor id="153" name="未知用户308" initials="未" lastIdx="0" clrIdx="152"/>
  <p:cmAuthor id="154" name="LeeElva" initials="L" lastIdx="0" clrIdx="153"/>
  <p:cmAuthor id="155" name="未知用户313" initials="未" lastIdx="0" clrIdx="154"/>
  <p:cmAuthor id="156" name="ibm" initials="i" lastIdx="0" clrIdx="155"/>
  <p:cmAuthor id="157" name="Billy_LEE" initials="B" lastIdx="0" clrIdx="156"/>
  <p:cmAuthor id="158" name="未知用户66" initials="未" lastIdx="0" clrIdx="157"/>
  <p:cmAuthor id="159" name="孙立东" initials="孙" lastIdx="0" clrIdx="158"/>
  <p:cmAuthor id="160" name="未知用户67" initials="未" lastIdx="0" clrIdx="159"/>
  <p:cmAuthor id="161" name="Kent" initials="K" lastIdx="0" clrIdx="160"/>
  <p:cmAuthor id="162" name="未知用户62" initials="未" lastIdx="0" clrIdx="161"/>
  <p:cmAuthor id="163" name="未知用户210" initials="未" lastIdx="0" clrIdx="162"/>
  <p:cmAuthor id="164" name="P00035_jeremy" initials="P" lastIdx="0" clrIdx="163"/>
  <p:cmAuthor id="165" name="dcis" initials="d" lastIdx="0" clrIdx="164"/>
  <p:cmAuthor id="166" name="朱晓瑜" initials="朱" lastIdx="0" clrIdx="165"/>
  <p:cmAuthor id="167" name="未知用户193" initials="未" lastIdx="0" clrIdx="166"/>
  <p:cmAuthor id="168" name="djj" initials="d" lastIdx="0" clrIdx="167"/>
  <p:cmAuthor id="169" name="zhuzy" initials="z" lastIdx="0" clrIdx="168"/>
  <p:cmAuthor id="170" name="lianghb" initials="l" lastIdx="0" clrIdx="169"/>
  <p:cmAuthor id="171" name="未知用户165" initials="未知用户165" lastIdx="0" clrIdx="170"/>
  <p:cmAuthor id="172" name="linyd" initials="l" lastIdx="0" clrIdx="171"/>
  <p:cmAuthor id="173" name="未知用户248" initials="未" lastIdx="0" clrIdx="172"/>
  <p:cmAuthor id="174" name="muzi wei" initials="m" lastIdx="0" clrIdx="173"/>
  <p:cmAuthor id="175" name="未知的使用者201" initials="未" lastIdx="0" clrIdx="174"/>
  <p:cmAuthor id="176" name="Windows 用户" initials="W" lastIdx="0" clrIdx="175"/>
  <p:cmAuthor id="177" name="未知用户486" initials="未" lastIdx="0" clrIdx="176"/>
  <p:cmAuthor id="178" name="未知用户56" initials="未" lastIdx="0" clrIdx="177"/>
  <p:cmAuthor id="179" name="WANGZF" initials="W" lastIdx="0" clrIdx="178"/>
  <p:cmAuthor id="180" name="未知用户55" initials="未" lastIdx="0" clrIdx="179"/>
  <p:cmAuthor id="181" name="cui gang" initials="cg" lastIdx="0" clrIdx="180"/>
  <p:cmAuthor id="182" name="未知用户51" initials="未" lastIdx="0" clrIdx="181"/>
  <p:cmAuthor id="183" name="张青山" initials="张青山" lastIdx="0" clrIdx="182"/>
  <p:cmAuthor id="184" name="未知的使用者16" initials="未" lastIdx="0" clrIdx="183"/>
  <p:cmAuthor id="185" name="家伟 霍" initials="家霍" lastIdx="0" clrIdx="184"/>
  <p:cmAuthor id="186" name="Shawna Strickland" initials="S" lastIdx="0" clrIdx="185"/>
  <p:cmAuthor id="187" name="未知的使用者194" initials="未" lastIdx="0" clrIdx="186"/>
  <p:cmAuthor id="188" name="Ashley Eberenz" initials="A" lastIdx="0" clrIdx="187"/>
  <p:cmAuthor id="189" name="未知的使用者171" initials="未" lastIdx="0" clrIdx="188"/>
  <p:cmAuthor id="190" name="Mary Feil-Jacobs" initials="M" lastIdx="0" clrIdx="189"/>
  <p:cmAuthor id="191" name="未知用户178" initials="未" lastIdx="0" clrIdx="190"/>
  <p:cmAuthor id="192" name="未知用户81" initials="未" lastIdx="0" clrIdx="191"/>
  <p:cmAuthor id="193" name="翁淑美" initials="翁" lastIdx="0" clrIdx="192"/>
  <p:cmAuthor id="194" name="未知用户82" initials="未" lastIdx="0" clrIdx="193"/>
  <p:cmAuthor id="195" name="未知用户87" initials="未" lastIdx="0" clrIdx="194"/>
  <p:cmAuthor id="196" name="未知用户83" initials="未" lastIdx="0" clrIdx="195"/>
  <p:cmAuthor id="197" name="WorldTest" initials="W" lastIdx="0" clrIdx="196"/>
  <p:cmAuthor id="198" name="未知的使用者67" initials="未" lastIdx="0" clrIdx="197"/>
  <p:cmAuthor id="199" name="未知用户262" initials="未" lastIdx="0" clrIdx="198"/>
  <p:cmAuthor id="200" name="未知的使用者68" initials="未" lastIdx="0" clrIdx="199"/>
  <p:cmAuthor id="201" name="未知用户387" initials="未" lastIdx="0" clrIdx="200"/>
  <p:cmAuthor id="202" name="未知的使用者69" initials="未" lastIdx="0" clrIdx="201"/>
  <p:cmAuthor id="203" name="wxd" initials="w" lastIdx="0" clrIdx="202"/>
  <p:cmAuthor id="204" name="未知的使用者56" initials="未" lastIdx="0" clrIdx="203"/>
  <p:cmAuthor id="205" name="Sieber, Dorothea" initials="SD" lastIdx="0" clrIdx="204"/>
  <p:cmAuthor id="206" name="未知的使用者55" initials="未" lastIdx="0" clrIdx="205"/>
  <p:cmAuthor id="207" name="王 玉珠" initials="王" lastIdx="0" clrIdx="206"/>
  <p:cmAuthor id="208" name="未知的使用者52" initials="未" lastIdx="0" clrIdx="207"/>
  <p:cmAuthor id="209" name="康瑞霖" initials="康瑞霖" lastIdx="0" clrIdx="208"/>
  <p:cmAuthor id="210" name="未知的使用者72" initials="未" lastIdx="0" clrIdx="209"/>
  <p:cmAuthor id="211" name="ANDREW" initials="A" lastIdx="0" clrIdx="210"/>
  <p:cmAuthor id="212" name="未知的使用者74" initials="未" lastIdx="0" clrIdx="211"/>
  <p:cmAuthor id="213" name="Chris French" initials="C" lastIdx="0" clrIdx="212"/>
  <p:cmAuthor id="214" name="未知的使用者71" initials="未" lastIdx="0" clrIdx="213"/>
  <p:cmAuthor id="215" name="Raman Sharma" initials="R" lastIdx="0" clrIdx="214"/>
  <p:cmAuthor id="216" name="P1063cindychen" initials="P" lastIdx="0" clrIdx="215"/>
  <p:cmAuthor id="217" name="仕祥 陳" initials="仕祥" lastIdx="0" clrIdx="216"/>
  <p:cmAuthor id="218" name="Daniel Wuu" initials="D" lastIdx="0" clrIdx="217"/>
  <p:cmAuthor id="219" name="Lenovo" initials="L" lastIdx="0" clrIdx="218"/>
  <p:cmAuthor id="220" name="px" initials="p" lastIdx="0" clrIdx="219"/>
  <p:cmAuthor id="221" name="未知用户219" initials="未" lastIdx="0" clrIdx="220"/>
  <p:cmAuthor id="222" name="LiuHui" initials="L" lastIdx="0" clrIdx="221"/>
  <p:cmAuthor id="223" name="未知用户200" initials="未" lastIdx="0" clrIdx="222"/>
  <p:cmAuthor id="224" name="AbuSina" initials="A" lastIdx="0" clrIdx="223"/>
  <p:cmAuthor id="225" name="88695" initials="" lastIdx="0" clrIdx="224"/>
  <p:cmAuthor id="226" name="Sky123.Org" initials="S" lastIdx="0" clrIdx="225"/>
  <p:cmAuthor id="227" name="黎辉鹏" initials="黎" lastIdx="0" clrIdx="226"/>
  <p:cmAuthor id="228" name="周元元" initials="周" lastIdx="0" clrIdx="227"/>
  <p:cmAuthor id="229" name="曹 朝辉" initials="曹" lastIdx="0" clrIdx="228"/>
  <p:cmAuthor id="230" name="范志贤" initials="范" lastIdx="0" clrIdx="229"/>
  <p:cmAuthor id="231" name="雨辰 周" initials="雨周" lastIdx="0" clrIdx="230"/>
  <p:cmAuthor id="232" name="YUMINGNJ" initials="Y" lastIdx="0" clrIdx="231"/>
  <p:cmAuthor id="233" name="谢鹏" initials="谢" lastIdx="0" clrIdx="232"/>
  <p:cmAuthor id="234" name="daphne" initials="d" lastIdx="0" clrIdx="233"/>
  <p:cmAuthor id="235" name="谢学斌" initials="谢" lastIdx="0" clrIdx="234"/>
  <p:cmAuthor id="236" name="qiantong" initials="q" lastIdx="0" clrIdx="235"/>
  <p:cmAuthor id="237" name="jialuo" initials="j" lastIdx="0" clrIdx="236"/>
  <p:cmAuthor id="238" name="116304" initials="1" lastIdx="0" clrIdx="237"/>
  <p:cmAuthor id="239" name="jonny" initials="j" lastIdx="0" clrIdx="238"/>
  <p:cmAuthor id="240" name="未知的使用者13" initials="未" lastIdx="0" clrIdx="239"/>
  <p:cmAuthor id="241" name="刘佳" initials="刘" lastIdx="0" clrIdx="240"/>
  <p:cmAuthor id="242" name="未知的使用者14" initials="未" lastIdx="0" clrIdx="241"/>
  <p:cmAuthor id="243" name="袁丽" initials="袁" lastIdx="0" clrIdx="242"/>
  <p:cmAuthor id="244" name="廖麗華" initials="廖" lastIdx="0" clrIdx="243"/>
  <p:cmAuthor id="245" name="黄柱帮" initials="黄" lastIdx="0" clrIdx="244"/>
  <p:cmAuthor id="246" name="未知的使用者12" initials="未" lastIdx="0" clrIdx="245"/>
  <p:cmAuthor id="247" name="葛孟雨10344457" initials="葛孟雨10344457" lastIdx="0" clrIdx="246"/>
  <p:cmAuthor id="248" name="qihua-DCMS" initials="q" lastIdx="0" clrIdx="247"/>
  <p:cmAuthor id="249" name="殷 凯" initials="凯殷" lastIdx="0" clrIdx="248"/>
  <p:cmAuthor id="250" name="yuanzh" initials="y" lastIdx="0" clrIdx="249"/>
  <p:cmAuthor id="251" name="zhangccz" initials="z" lastIdx="0" clrIdx="250"/>
  <p:cmAuthor id="252" name="曾红" initials="曾" lastIdx="0" clrIdx="251"/>
  <p:cmAuthor id="253" name="杨杨" initials="杨" lastIdx="0" clrIdx="252"/>
  <p:cmAuthor id="254" name="邱思基" initials="1" lastIdx="0" clrIdx="253"/>
  <p:cmAuthor id="255" name="陈晨" initials="陈" lastIdx="0" clrIdx="254"/>
  <p:cmAuthor id="256" name="张海棋" initials="张" lastIdx="0" clrIdx="255"/>
  <p:cmAuthor id="257" name="Lemon    Tree" initials="L" lastIdx="0" clrIdx="256"/>
  <p:cmAuthor id="258" name="mm" initials="m" lastIdx="0" clrIdx="257"/>
  <p:cmAuthor id="259" name="liupeng" initials="l" lastIdx="0" clrIdx="258"/>
  <p:cmAuthor id="260" name="张记住" initials="张" lastIdx="0" clrIdx="259"/>
  <p:cmAuthor id="261" name="周宏達JerryChou" initials="周" lastIdx="0" clrIdx="260"/>
  <p:cmAuthor id="262" name="liu yuhang" initials="ly" lastIdx="0" clrIdx="261"/>
  <p:cmAuthor id="263" name="luxu" initials="l" lastIdx="0" clrIdx="262"/>
  <p:cmAuthor id="264" name="Stacy Chiang" initials="S" lastIdx="0" clrIdx="263"/>
  <p:cmAuthor id="265" name="hl sun" initials="h" lastIdx="0" clrIdx="264"/>
  <p:cmAuthor id="266" name="王 爽" initials="王" lastIdx="0" clrIdx="265"/>
  <p:cmAuthor id="267" name="不明使用者20" initials="不" lastIdx="0" clrIdx="266"/>
  <p:cmAuthor id="268" name="18937034561@189.cn" initials="1" lastIdx="0" clrIdx="267"/>
  <p:cmAuthor id="269" name="不明使用者21" initials="不" lastIdx="0" clrIdx="268"/>
  <p:cmAuthor id="270" name="李金金" initials="李金金" lastIdx="0" clrIdx="269"/>
  <p:cmAuthor id="271" name="不明使用者18" initials="不" lastIdx="0" clrIdx="270"/>
  <p:cmAuthor id="272" name="Grassl, Thomas" initials="GT [3]" lastIdx="0" clrIdx="271"/>
  <p:cmAuthor id="273" name="不明使用者19" initials="不" lastIdx="0" clrIdx="272"/>
  <p:cmAuthor id="274" name="Cao, Jordan" initials="CJ" lastIdx="0" clrIdx="273"/>
  <p:cmAuthor id="275" name="yuexuejun" initials="y" lastIdx="0" clrIdx="274"/>
  <p:cmAuthor id="276" name="Jin, Jon" initials="JJ" lastIdx="0" clrIdx="275"/>
  <p:cmAuthor id="277" name="未知的使用者76" initials="未" lastIdx="0" clrIdx="276"/>
  <p:cmAuthor id="278" name="Leibbrandt, Rudi" initials="RML" lastIdx="0" clrIdx="277"/>
  <p:cmAuthor id="279" name="未知的使用者70" initials="未" lastIdx="0" clrIdx="278"/>
  <p:cmAuthor id="280" name="Lo, Abiygail" initials="LA" lastIdx="0" clrIdx="279"/>
  <p:cmAuthor id="281" name="未知的使用者73" initials="未" lastIdx="0" clrIdx="280"/>
  <p:cmAuthor id="282" name="未知用户57" initials="未" lastIdx="0" clrIdx="281"/>
  <p:cmAuthor id="283" name="未知用户58" initials="未" lastIdx="0" clrIdx="282"/>
  <p:cmAuthor id="284" name="未知用户59" initials="未" lastIdx="0" clrIdx="283"/>
  <p:cmAuthor id="285" name="Christina" initials="C" lastIdx="0" clrIdx="284"/>
  <p:cmAuthor id="286" name="jet" initials="j" lastIdx="0" clrIdx="285"/>
  <p:cmAuthor id="287" name="miniheya穆" initials="m" lastIdx="0" clrIdx="286"/>
  <p:cmAuthor id="288" name="未知用户103" initials="未" lastIdx="0" clrIdx="287"/>
  <p:cmAuthor id="289" name="未知用户104" initials="未" lastIdx="0" clrIdx="288"/>
  <p:cmAuthor id="290" name="未知用户102" initials="未" lastIdx="0" clrIdx="289"/>
  <p:cmAuthor id="291" name="未知用户99" initials="未" lastIdx="0" clrIdx="290"/>
  <p:cmAuthor id="292" name="未知的使用者95" initials="未" lastIdx="0" clrIdx="291"/>
  <p:cmAuthor id="293" name="未知的使用者92" initials="未" lastIdx="0" clrIdx="292"/>
  <p:cmAuthor id="294" name="未知的使用者93" initials="未" lastIdx="0" clrIdx="293"/>
  <p:cmAuthor id="295" name="未知的使用者94" initials="未" lastIdx="0" clrIdx="294"/>
  <p:cmAuthor id="296" name="未知的使用者119" initials="未" lastIdx="0" clrIdx="295"/>
  <p:cmAuthor id="297" name="未知的使用者120" initials="未" lastIdx="0" clrIdx="296"/>
  <p:cmAuthor id="298" name="未知的使用者121" initials="未" lastIdx="0" clrIdx="297"/>
  <p:cmAuthor id="299" name="未知的使用者111" initials="未" lastIdx="0" clrIdx="298"/>
  <p:cmAuthor id="300" name="未知用户114" initials="未" lastIdx="0" clrIdx="299"/>
  <p:cmAuthor id="301" name="未知用户115" initials="未" lastIdx="0" clrIdx="300"/>
  <p:cmAuthor id="302" name="未知用户116" initials="未" lastIdx="0" clrIdx="301"/>
  <p:cmAuthor id="303" name="未知用户117" initials="未" lastIdx="0" clrIdx="302"/>
  <p:cmAuthor id="304" name="未知用户61" initials="未" lastIdx="0" clrIdx="303"/>
  <p:cmAuthor id="305" name="未知用户60" initials="未" lastIdx="0" clrIdx="304"/>
  <p:cmAuthor id="306" name="未知用户123" initials="未" lastIdx="0" clrIdx="305"/>
  <p:cmAuthor id="307" name="未知用户124" initials="未" lastIdx="0" clrIdx="306"/>
  <p:cmAuthor id="308" name="未知用户125" initials="未" lastIdx="0" clrIdx="307"/>
  <p:cmAuthor id="309" name="未知用户126" initials="未" lastIdx="0" clrIdx="308"/>
  <p:cmAuthor id="310" name="未知用户63" initials="未" lastIdx="0" clrIdx="309"/>
  <p:cmAuthor id="311" name="未知用户84" initials="未" lastIdx="0" clrIdx="310"/>
  <p:cmAuthor id="312" name="未知用户105" initials="未" lastIdx="0" clrIdx="311"/>
  <p:cmAuthor id="313" name="未知用户106" initials="未" lastIdx="0" clrIdx="312"/>
  <p:cmAuthor id="314" name="韩雨" initials="韩" lastIdx="0" clrIdx="313"/>
  <p:cmAuthor id="315" name="未知用户107" initials="未" lastIdx="0" clrIdx="314"/>
  <p:cmAuthor id="316" name="未知用户108" initials="未" lastIdx="0" clrIdx="315"/>
  <p:cmAuthor id="317" name="Unknown User69" initials="U" lastIdx="0" clrIdx="316"/>
  <p:cmAuthor id="318" name="未知用户186" initials="未" lastIdx="0" clrIdx="317"/>
  <p:cmAuthor id="319" name="thomas" initials="t" lastIdx="0" clrIdx="318"/>
  <p:cmAuthor id="320" name="唐可欣" initials="唐" lastIdx="0" clrIdx="319"/>
  <p:cmAuthor id="321" name="未知的使用者33" initials="未" lastIdx="0" clrIdx="320"/>
  <p:cmAuthor id="322" name="Ted Su" initials="T" lastIdx="0" clrIdx="321"/>
  <p:cmAuthor id="323" name="未知的使用者110" initials="未" lastIdx="0" clrIdx="322"/>
  <p:cmAuthor id="324" name="未知的使用者223" initials="未" lastIdx="0" clrIdx="323"/>
  <p:cmAuthor id="325" name="未知用户85" initials="未" lastIdx="0" clrIdx="324"/>
  <p:cmAuthor id="326" name="R affer" initials="R" lastIdx="0" clrIdx="325"/>
  <p:cmAuthor id="327" name="未知用户86" initials="未" lastIdx="0" clrIdx="326"/>
  <p:cmAuthor id="328" name="未知用户129" initials="未" lastIdx="0" clrIdx="327"/>
  <p:cmAuthor id="329" name="未知用户127" initials="未" lastIdx="0" clrIdx="328"/>
  <p:cmAuthor id="330" name="未知用户128" initials="未" lastIdx="0" clrIdx="329"/>
  <p:cmAuthor id="331" name="shinin" initials="s" lastIdx="0" clrIdx="330"/>
  <p:cmAuthor id="332" name="未知用户109" initials="未" lastIdx="0" clrIdx="331"/>
  <p:cmAuthor id="333" name="未知的使用者41" initials="未" lastIdx="0" clrIdx="332"/>
  <p:cmAuthor id="334" name="Unknown User28" initials="U" lastIdx="0" clrIdx="333"/>
  <p:cmAuthor id="335" name="Unknown User117" initials="U" lastIdx="0" clrIdx="334"/>
  <p:cmAuthor id="336" name="Unknown User63" initials="U" lastIdx="0" clrIdx="335"/>
  <p:cmAuthor id="337" name="Unknown User115" initials="U" lastIdx="0" clrIdx="336"/>
  <p:cmAuthor id="338" name="Unknown User116" initials="U" lastIdx="0" clrIdx="337"/>
  <p:cmAuthor id="339" name="Unknown User65" initials="U" lastIdx="0" clrIdx="338"/>
  <p:cmAuthor id="340" name="Unknown User66" initials="U" lastIdx="0" clrIdx="339"/>
  <p:cmAuthor id="341" name="Unknown User67" initials="U" lastIdx="0" clrIdx="340"/>
  <p:cmAuthor id="342" name="未知的使用者156" initials="未" lastIdx="0" clrIdx="341"/>
  <p:cmAuthor id="343" name="未知的使用者138" initials="未" lastIdx="0" clrIdx="342"/>
  <p:cmAuthor id="344" name="Unknown User70" initials="U" lastIdx="0" clrIdx="343"/>
  <p:cmAuthor id="345" name="未知的使用者112" initials="未" lastIdx="0" clrIdx="344"/>
  <p:cmAuthor id="346" name="未知的使用者113" initials="未" lastIdx="0" clrIdx="345"/>
  <p:cmAuthor id="347" name="未知的使用者117" initials="未" lastIdx="0" clrIdx="346"/>
  <p:cmAuthor id="348" name="未知的使用者118" initials="未" lastIdx="0" clrIdx="347"/>
  <p:cmAuthor id="349" name="未知的使用者115" initials="未" lastIdx="0" clrIdx="348"/>
  <p:cmAuthor id="350" name="clinchen" initials="c" lastIdx="0" clrIdx="349"/>
  <p:cmAuthor id="351" name="Unknown User68" initials="U" lastIdx="0" clrIdx="350"/>
  <p:cmAuthor id="352" name="hanjuncompany" initials="h" lastIdx="0" clrIdx="351"/>
  <p:cmAuthor id="353" name="未知用户3" initials="未" lastIdx="0" clrIdx="352"/>
  <p:cmAuthor id="354" name="kathy chen" initials="k" lastIdx="0" clrIdx="353"/>
  <p:cmAuthor id="355" name="未知的使用者63" initials="未" lastIdx="0" clrIdx="354"/>
  <p:cmAuthor id="356" name="未知的使用者64" initials="未" lastIdx="0" clrIdx="355"/>
  <p:cmAuthor id="357" name="未知的使用者48" initials="未" lastIdx="0" clrIdx="356"/>
  <p:cmAuthor id="358" name="未知的使用者47" initials="未" lastIdx="0" clrIdx="357"/>
  <p:cmAuthor id="359" name="未知的使用者49" initials="未" lastIdx="0" clrIdx="358"/>
  <p:cmAuthor id="360" name="未知的使用者60" initials="未" lastIdx="0" clrIdx="359"/>
  <p:cmAuthor id="361" name="未知的使用者59" initials="未" lastIdx="0" clrIdx="360"/>
  <p:cmAuthor id="362" name="未知的使用者57" initials="未" lastIdx="0" clrIdx="361"/>
  <p:cmAuthor id="363" name="未知的使用者54" initials="未" lastIdx="0" clrIdx="362"/>
  <p:cmAuthor id="364" name="未知的使用者66" initials="未" lastIdx="0" clrIdx="363"/>
  <p:cmAuthor id="365" name="未知的使用者65" initials="未" lastIdx="0" clrIdx="364"/>
  <p:cmAuthor id="366" name="maxine" initials="m" lastIdx="0" clrIdx="365"/>
  <p:cmAuthor id="367" name="未知的使用者43" initials="未" lastIdx="0" clrIdx="366"/>
  <p:cmAuthor id="368" name="未知的使用者40" initials="未" lastIdx="0" clrIdx="367"/>
  <p:cmAuthor id="369" name="未知的使用者105" initials="未" lastIdx="0" clrIdx="368"/>
  <p:cmAuthor id="370" name="未知的使用者106" initials="未" lastIdx="0" clrIdx="369"/>
  <p:cmAuthor id="371" name="未知的使用者107" initials="未" lastIdx="0" clrIdx="370"/>
  <p:cmAuthor id="372" name="未知的使用者108" initials="未" lastIdx="0" clrIdx="371"/>
  <p:cmAuthor id="373" name="未知的使用者86" initials="未" lastIdx="0" clrIdx="372"/>
  <p:cmAuthor id="374" name="未知的使用者103" initials="未" lastIdx="0" clrIdx="373"/>
  <p:cmAuthor id="375" name="未知的使用者104" initials="未" lastIdx="0" clrIdx="374"/>
  <p:cmAuthor id="376" name="未知的使用者98" initials="未" lastIdx="0" clrIdx="375"/>
  <p:cmAuthor id="377" name="未知的使用者116" initials="未" lastIdx="0" clrIdx="376"/>
  <p:cmAuthor id="378" name="未知的使用者42" initials="未" lastIdx="0" clrIdx="377"/>
  <p:cmAuthor id="379" name="未知的使用者44" initials="未" lastIdx="0" clrIdx="378"/>
  <p:cmAuthor id="380" name="未知的使用者36" initials="未" lastIdx="0" clrIdx="379"/>
  <p:cmAuthor id="381" name="未知的使用者37" initials="未" lastIdx="0" clrIdx="380"/>
  <p:cmAuthor id="382" name="蒲公英" initials="蒲" lastIdx="0" clrIdx="381"/>
  <p:cmAuthor id="383" name="未知的使用者38" initials="未" lastIdx="0" clrIdx="382"/>
  <p:cmAuthor id="384" name="未知的使用者45" initials="未" lastIdx="0" clrIdx="383"/>
  <p:cmAuthor id="385" name="未知的使用者126" initials="未" lastIdx="0" clrIdx="384"/>
  <p:cmAuthor id="386" name="未知的使用者127" initials="未" lastIdx="0" clrIdx="385"/>
  <p:cmAuthor id="387" name="未知的使用者128" initials="未" lastIdx="0" clrIdx="386"/>
  <p:cmAuthor id="388" name="陈向上" initials="陈" lastIdx="0" clrIdx="387"/>
  <p:cmAuthor id="389" name="未知的使用者124" initials="未" lastIdx="0" clrIdx="388"/>
  <p:cmAuthor id="390" name="未知的使用者125" initials="未" lastIdx="0" clrIdx="389"/>
  <p:cmAuthor id="391" name="Sara Chen" initials="S" lastIdx="0" clrIdx="390"/>
  <p:cmAuthor id="392" name="huang gerrard" initials="h" lastIdx="0" clrIdx="391"/>
  <p:cmAuthor id="393" name="未知用户170" initials="未" lastIdx="0" clrIdx="392"/>
  <p:cmAuthor id="394" name="未知用户171" initials="未" lastIdx="0" clrIdx="393"/>
  <p:cmAuthor id="395" name="未知用户172" initials="未" lastIdx="0" clrIdx="394"/>
  <p:cmAuthor id="396" name="未知用户173" initials="未" lastIdx="0" clrIdx="395"/>
  <p:cmAuthor id="397" name="未知用户149" initials="未" lastIdx="0" clrIdx="396"/>
  <p:cmAuthor id="398" name="未知用户150" initials="未" lastIdx="0" clrIdx="397"/>
  <p:cmAuthor id="399" name="未知用户151" initials="未" lastIdx="0" clrIdx="398"/>
  <p:cmAuthor id="400" name="未知用户152" initials="未" lastIdx="0" clrIdx="399"/>
  <p:cmAuthor id="401" name="未知用户153" initials="未" lastIdx="0" clrIdx="400"/>
  <p:cmAuthor id="402" name="未知用户154" initials="未" lastIdx="0" clrIdx="401"/>
  <p:cmAuthor id="403" name="未知用户155" initials="未" lastIdx="0" clrIdx="402"/>
  <p:cmAuthor id="404" name="未知用户41" initials="未" lastIdx="0" clrIdx="403"/>
  <p:cmAuthor id="405" name="未知用户44" initials="未" lastIdx="0" clrIdx="404"/>
  <p:cmAuthor id="406" name="未知用户45" initials="未" lastIdx="0" clrIdx="405"/>
  <p:cmAuthor id="407" name="未知用户156" initials="未" lastIdx="0" clrIdx="406"/>
  <p:cmAuthor id="408" name="未知用户64" initials="未" lastIdx="0" clrIdx="407"/>
  <p:cmAuthor id="409" name="未知用户65" initials="未" lastIdx="0" clrIdx="408"/>
  <p:cmAuthor id="410" name="晶晶 " initials="晶" lastIdx="0" clrIdx="409"/>
  <p:cmAuthor id="411" name="未知用户68" initials="未" lastIdx="0" clrIdx="410"/>
  <p:cmAuthor id="412" name="未知用户69" initials="未" lastIdx="0" clrIdx="411"/>
  <p:cmAuthor id="413" name="James" initials="J" lastIdx="0" clrIdx="412"/>
  <p:cmAuthor id="414" name="陈家辉" initials="陈" lastIdx="0" clrIdx="413"/>
  <p:cmAuthor id="415" name="未知用户71" initials="未" lastIdx="0" clrIdx="414"/>
  <p:cmAuthor id="416" name="未知用户72" initials="未" lastIdx="0" clrIdx="415"/>
  <p:cmAuthor id="417" name="未知用户73" initials="未" lastIdx="0" clrIdx="416"/>
  <p:cmAuthor id="418" name="未知用户49" initials="未" lastIdx="0" clrIdx="417"/>
  <p:cmAuthor id="419" name="未知用户50" initials="未" lastIdx="0" clrIdx="418"/>
  <p:cmAuthor id="420" name="未知用户52" initials="未" lastIdx="0" clrIdx="419"/>
  <p:cmAuthor id="421" name="MA15" initials="M" lastIdx="0" clrIdx="420"/>
  <p:cmAuthor id="422" name="未知用户47" initials="未" lastIdx="0" clrIdx="421"/>
  <p:cmAuthor id="423" name="未知用户53" initials="未" lastIdx="0" clrIdx="422"/>
  <p:cmAuthor id="424" name="未知用户96" initials="未" lastIdx="0" clrIdx="423"/>
  <p:cmAuthor id="425" name="未知用户48" initials="未" lastIdx="0" clrIdx="424"/>
  <p:cmAuthor id="426" name="未知用户97" initials="未" lastIdx="0" clrIdx="425"/>
  <p:cmAuthor id="427" name="未知用户40" initials="未" lastIdx="0" clrIdx="426"/>
  <p:cmAuthor id="428" name="未知用户43" initials="未" lastIdx="0" clrIdx="427"/>
  <p:cmAuthor id="429" name="未知用户98" initials="未" lastIdx="0" clrIdx="428"/>
  <p:cmAuthor id="430" name="未知用户100" initials="未" lastIdx="0" clrIdx="429"/>
  <p:cmAuthor id="431" name="未知用户101" initials="未" lastIdx="0" clrIdx="430"/>
  <p:cmAuthor id="432" name="x230" initials="x" lastIdx="0" clrIdx="431"/>
  <p:cmAuthor id="433" name="ChristinaSu" initials="C" lastIdx="0" clrIdx="432"/>
  <p:cmAuthor id="434" name="不明使用者56" initials="不" lastIdx="0" clrIdx="433"/>
  <p:cmAuthor id="435" name="未知用户95" initials="未" lastIdx="0" clrIdx="434"/>
  <p:cmAuthor id="436" name="Evonlin" initials="E" lastIdx="0" clrIdx="435"/>
  <p:cmAuthor id="437" name="未知用户42" initials="未" lastIdx="0" clrIdx="436"/>
  <p:cmAuthor id="438" name="未知的使用者39" initials="未" lastIdx="0" clrIdx="437"/>
  <p:cmAuthor id="439" name="未知的使用者109" initials="未" lastIdx="0" clrIdx="438"/>
  <p:cmAuthor id="440" name="未知的使用者122" initials="未" lastIdx="0" clrIdx="439"/>
  <p:cmAuthor id="441" name="未知的使用者123" initials="未" lastIdx="0" clrIdx="440"/>
  <p:cmAuthor id="442" name="兜兜鱼(Dennis)" initials="兜" lastIdx="0" clrIdx="441"/>
  <p:cmAuthor id="443" name="未知用户93" initials="未" lastIdx="0" clrIdx="442"/>
  <p:cmAuthor id="444" name="未知用户90" initials="未" lastIdx="0" clrIdx="443"/>
  <p:cmAuthor id="445" name="未知用户91" initials="未" lastIdx="0" clrIdx="444"/>
  <p:cmAuthor id="446" name="未知用户92" initials="未" lastIdx="0" clrIdx="445"/>
  <p:cmAuthor id="447" name="未知用户74" initials="未" lastIdx="0" clrIdx="446"/>
  <p:cmAuthor id="448" name="未知用户75" initials="未" lastIdx="0" clrIdx="447"/>
  <p:cmAuthor id="449" name="未知用户76" initials="未" lastIdx="0" clrIdx="448"/>
  <p:cmAuthor id="450" name="未知用户77" initials="未" lastIdx="0" clrIdx="449"/>
  <p:cmAuthor id="451" name="未知用户78" initials="未" lastIdx="0" clrIdx="450"/>
  <p:cmAuthor id="452" name="未知用户79" initials="未" lastIdx="0" clrIdx="451"/>
  <p:cmAuthor id="453" name="未知用户80" initials="未" lastIdx="0" clrIdx="452"/>
  <p:cmAuthor id="454" name="未知的使用者50" initials="未" lastIdx="0" clrIdx="453"/>
  <p:cmAuthor id="455" name="Harry xu" initials="H" lastIdx="0" clrIdx="454"/>
  <p:cmAuthor id="456" name="未知的使用者62" initials="未" lastIdx="0" clrIdx="455"/>
  <p:cmAuthor id="457" name="未知的使用者58" initials="未" lastIdx="0" clrIdx="456"/>
  <p:cmAuthor id="458" name="未知用户38" initials="未" lastIdx="0" clrIdx="457"/>
  <p:cmAuthor id="459" name="未知用户28" initials="未知用户28" lastIdx="0" clrIdx="458"/>
  <p:cmAuthor id="460" name="未知用户29" initials="未知用户29" lastIdx="0" clrIdx="459"/>
  <p:cmAuthor id="461" name="未知用户30" initials="未知用户30" lastIdx="0" clrIdx="460"/>
  <p:cmAuthor id="462" name="未知用户31" initials="未知用户31" lastIdx="0" clrIdx="461"/>
  <p:cmAuthor id="463" name="Vicky" initials="V" lastIdx="0" clrIdx="462"/>
  <p:cmAuthor id="464" name="刘云轩" initials="刘" lastIdx="0" clrIdx="463"/>
  <p:cmAuthor id="465" name="sharon" initials="s" lastIdx="0" clrIdx="464"/>
  <p:cmAuthor id="466" name="未知用户32" initials="未知用户32" lastIdx="0" clrIdx="465"/>
  <p:cmAuthor id="467" name="未知用户33" initials="未知用户33" lastIdx="0" clrIdx="466"/>
  <p:cmAuthor id="468" name="未知用户27" initials="未" lastIdx="0" clrIdx="467"/>
  <p:cmAuthor id="469" name="陈亚欣" initials="陈" lastIdx="0" clrIdx="468"/>
  <p:cmAuthor id="470" name="未知用户35" initials="未" lastIdx="0" clrIdx="469"/>
  <p:cmAuthor id="471" name="未知用户111" initials="未" lastIdx="0" clrIdx="470"/>
  <p:cmAuthor id="472" name="alpha" initials="a" lastIdx="0" clrIdx="471"/>
  <p:cmAuthor id="473" name="未知用户37" initials="未" lastIdx="0" clrIdx="472"/>
  <p:cmAuthor id="474" name="Unknown User22" initials="U" lastIdx="0" clrIdx="473"/>
  <p:cmAuthor id="475" name="Unknown User23" initials="U" lastIdx="0" clrIdx="474"/>
  <p:cmAuthor id="476" name="未知的使用者75" initials="未" lastIdx="0" clrIdx="475"/>
  <p:cmAuthor id="477" name="未知的使用者77" initials="未" lastIdx="0" clrIdx="476"/>
  <p:cmAuthor id="478" name="未知的使用者78" initials="未" lastIdx="0" clrIdx="477"/>
  <p:cmAuthor id="479" name="未知的使用者79" initials="未" lastIdx="0" clrIdx="478"/>
  <p:cmAuthor id="480" name="未知的使用者80" initials="未" lastIdx="0" clrIdx="479"/>
  <p:cmAuthor id="481" name="未知的使用者82" initials="未" lastIdx="0" clrIdx="480"/>
  <p:cmAuthor id="482" name="未知的使用者83" initials="未" lastIdx="0" clrIdx="481"/>
  <p:cmAuthor id="483" name="未知的使用者84" initials="未" lastIdx="0" clrIdx="482"/>
  <p:cmAuthor id="484" name="未知的使用者85" initials="未" lastIdx="0" clrIdx="483"/>
  <p:cmAuthor id="485" name="未知的使用者87" initials="未" lastIdx="0" clrIdx="484"/>
  <p:cmAuthor id="486" name="未知的使用者90" initials="未" lastIdx="0" clrIdx="485"/>
  <p:cmAuthor id="487" name="未知的使用者91" initials="未" lastIdx="0" clrIdx="486"/>
  <p:cmAuthor id="488" name="CHRISYU" initials="C" lastIdx="0" clrIdx="487"/>
  <p:cmAuthor id="489" name="liucunri" initials="l" lastIdx="0" clrIdx="488"/>
  <p:cmAuthor id="490" name="未知用户34" initials="未知用户34" lastIdx="0" clrIdx="489"/>
  <p:cmAuthor id="491" name="未知的使用者155" initials="未" lastIdx="0" clrIdx="490"/>
  <p:cmAuthor id="492" name="未知用户36" initials="未知用户36" lastIdx="0" clrIdx="491"/>
  <p:cmAuthor id="493" name="未知的使用者102" initials="未" lastIdx="0" clrIdx="492"/>
  <p:cmAuthor id="494" name="未知用户26" initials="未" lastIdx="0" clrIdx="493"/>
  <p:cmAuthor id="495" name="仝德志" initials="仝" lastIdx="0" clrIdx="494"/>
  <p:cmAuthor id="496" name="未知用户112" initials="未知用户112" lastIdx="0" clrIdx="495"/>
  <p:cmAuthor id="497" name="Chun Chung YEH" initials="C" lastIdx="0" clrIdx="496"/>
  <p:cmAuthor id="498" name="未知的使用者169" initials="未" lastIdx="0" clrIdx="497"/>
  <p:cmAuthor id="499" name="未知的使用者183" initials="未" lastIdx="0" clrIdx="498"/>
  <p:cmAuthor id="500" name="未知的使用者182" initials="未" lastIdx="0" clrIdx="499"/>
  <p:cmAuthor id="501" name="未知的使用者173" initials="未" lastIdx="0" clrIdx="500"/>
  <p:cmAuthor id="502" name="針對所選的門市進行小範圍實驗，捕捉驅動績效的關鍵影響因子" initials="針" lastIdx="0" clrIdx="501"/>
  <p:cmAuthor id="503" name="未知的使用者203" initials="未" lastIdx="0" clrIdx="502"/>
  <p:cmAuthor id="504" name="未知的使用者114" initials="未" lastIdx="0" clrIdx="503"/>
  <p:cmAuthor id="505" name="未知的使用者152" initials="未" lastIdx="0" clrIdx="504"/>
  <p:cmAuthor id="506" name="未知的使用者184" initials="未" lastIdx="0" clrIdx="505"/>
  <p:cmAuthor id="507" name="未知的使用者185" initials="未" lastIdx="0" clrIdx="506"/>
  <p:cmAuthor id="508" name="未知的使用者186" initials="未" lastIdx="0" clrIdx="507"/>
  <p:cmAuthor id="509" name="未知的使用者175" initials="未" lastIdx="0" clrIdx="508"/>
  <p:cmAuthor id="510" name="未知的使用者176" initials="未" lastIdx="0" clrIdx="509"/>
  <p:cmAuthor id="511" name="殷格非" initials="殷" lastIdx="0" clrIdx="510"/>
  <p:cmAuthor id="512" name="未知的使用者187" initials="未" lastIdx="0" clrIdx="511"/>
  <p:cmAuthor id="513" name="z r" initials="zr" lastIdx="0" clrIdx="512"/>
  <p:cmAuthor id="514" name="未知的使用者178" initials="未" lastIdx="0" clrIdx="513"/>
  <p:cmAuthor id="515" name="lc xue" initials="lx" lastIdx="0" clrIdx="514"/>
  <p:cmAuthor id="516" name="未知的使用者179" initials="未" lastIdx="0" clrIdx="515"/>
  <p:cmAuthor id="517" name="孟芳芳（借调）" initials="V" lastIdx="0" clrIdx="516"/>
  <p:cmAuthor id="518" name="未知的使用者180" initials="未" lastIdx="0" clrIdx="517"/>
  <p:cmAuthor id="519" name="安 启飞" initials="安" lastIdx="0" clrIdx="518"/>
  <p:cmAuthor id="520" name="未知的使用者181" initials="未" lastIdx="0" clrIdx="519"/>
  <p:cmAuthor id="521" name="夜尽迟渊_UrQfrmQZ" initials="authorId_501680251" lastIdx="0" clrIdx="520"/>
  <p:cmAuthor id="522" name="未知的使用者170" initials="未" lastIdx="0" clrIdx="521"/>
  <p:cmAuthor id="523" name="王丰_aE3uARfm" initials="authorId_383357774" lastIdx="0" clrIdx="522"/>
  <p:cmAuthor id="524" name="未知的使用者227" initials="未" lastIdx="0" clrIdx="523"/>
  <p:cmAuthor id="525" name="方少_UbQfrimU" initials="authorId_442114952" lastIdx="0" clrIdx="524"/>
  <p:cmAuthor id="527" name="叶盛_Q3A3IfEf" initials="authorId_506280334" lastIdx="0" clrIdx="526"/>
  <p:cmAuthor id="528" name="未知的使用者141" initials="未" lastIdx="0" clrIdx="527"/>
  <p:cmAuthor id="529" name="Harley._bEJrUJ7r" initials="authorId_432156705" lastIdx="0" clrIdx="528"/>
  <p:cmAuthor id="530" name="未知的使用者142" initials="未" lastIdx="0" clrIdx="529"/>
  <p:cmAuthor id="531" name="罗平_VB7vJb2E" initials="authorId_305049361" lastIdx="0" clrIdx="530"/>
  <p:cmAuthor id="532" name="未知的使用者143" initials="未" lastIdx="0" clrIdx="531"/>
  <p:cmAuthor id="533" name="xixi_nUjqe22E" initials="authorId_359229261" lastIdx="0" clrIdx="532"/>
  <p:cmAuthor id="534" name="未知的使用者144" initials="未" lastIdx="0" clrIdx="533"/>
  <p:cmAuthor id="535" name="安安_zm6nYnYZ" initials="authorId_347340296" lastIdx="0" clrIdx="534"/>
  <p:cmAuthor id="536" name="未知的使用者145" initials="未" lastIdx="0" clrIdx="535"/>
  <p:cmAuthor id="537" name="未知的使用者146" initials="未" lastIdx="0" clrIdx="536"/>
  <p:cmAuthor id="538" name="未知的使用者147" initials="未" lastIdx="0" clrIdx="537"/>
  <p:cmAuthor id="539" name="周君_MfIffYra" initials="authorId_375419134" lastIdx="0" clrIdx="538"/>
  <p:cmAuthor id="540" name="未知用户113" initials="未知用户113" lastIdx="0" clrIdx="539"/>
  <p:cmAuthor id="541" name="未知的使用者149" initials="未" lastIdx="0" clrIdx="540"/>
  <p:cmAuthor id="542" name="未知的使用者150" initials="未" lastIdx="0" clrIdx="541"/>
  <p:cmAuthor id="543" name="未知用户138" initials="未" lastIdx="0" clrIdx="542"/>
  <p:cmAuthor id="544" name="未知用户130" initials="未" lastIdx="0" clrIdx="543"/>
  <p:cmAuthor id="545" name="未知用户131" initials="未" lastIdx="0" clrIdx="544"/>
  <p:cmAuthor id="546" name="未知用户132" initials="未" lastIdx="0" clrIdx="545"/>
  <p:cmAuthor id="547" name="未知用户133" initials="未" lastIdx="0" clrIdx="546"/>
  <p:cmAuthor id="548" name="未知用户134" initials="未" lastIdx="0" clrIdx="547"/>
  <p:cmAuthor id="549" name="未知用户135" initials="未" lastIdx="0" clrIdx="548"/>
  <p:cmAuthor id="550" name="未知用户137" initials="未" lastIdx="0" clrIdx="549"/>
  <p:cmAuthor id="551" name="未知用户136" initials="未" lastIdx="0" clrIdx="550"/>
  <p:cmAuthor id="552" name="王长青" initials="王长青" lastIdx="0" clrIdx="551"/>
  <p:cmAuthor id="553" name="Yoyo Wu" initials="Y" lastIdx="0" clrIdx="552"/>
  <p:cmAuthor id="554" name="zhangbin" initials="z" lastIdx="0" clrIdx="553"/>
  <p:cmAuthor id="555" name="单 善" initials="单" lastIdx="0" clrIdx="554"/>
  <p:cmAuthor id="556" name="Unknown User25" initials="U" lastIdx="0" clrIdx="555"/>
  <p:cmAuthor id="557" name="Unknown User26" initials="U" lastIdx="0" clrIdx="556"/>
  <p:cmAuthor id="558" name="Unknown User27" initials="U" lastIdx="0" clrIdx="557"/>
  <p:cmAuthor id="559" name="Unknown User11" initials="U" lastIdx="0" clrIdx="558"/>
  <p:cmAuthor id="560" name="Unknown User112" initials="U" lastIdx="0" clrIdx="559"/>
  <p:cmAuthor id="561" name="Unknown User59" initials="U" lastIdx="0" clrIdx="560"/>
  <p:cmAuthor id="562" name="仇怿俊" initials="仇" lastIdx="0" clrIdx="561"/>
  <p:cmAuthor id="563" name="Unknown User113" initials="U" lastIdx="0" clrIdx="562"/>
  <p:cmAuthor id="564" name="mei shuo" initials="mei shuo" lastIdx="0" clrIdx="563"/>
  <p:cmAuthor id="565" name="未知的使用者225" initials="" lastIdx="0" clrIdx="564"/>
  <p:cmAuthor id="566" name="dengwanting" initials="d" lastIdx="0" clrIdx="565"/>
  <p:cmAuthor id="567" name="未知的使用者226" initials="" lastIdx="0" clrIdx="566"/>
  <p:cmAuthor id="568" name="mouse zz" initials="mz" lastIdx="0" clrIdx="567"/>
  <p:cmAuthor id="569" name="Unknown User24" initials="U" lastIdx="0" clrIdx="568"/>
  <p:cmAuthor id="570" name="li yx" initials="ly" lastIdx="0" clrIdx="569"/>
  <p:cmAuthor id="571" name="未知用户54" initials="未" lastIdx="0" clrIdx="570"/>
  <p:cmAuthor id="572" name="未知的使用者218" initials="" lastIdx="0" clrIdx="571"/>
  <p:cmAuthor id="573" name="未知的使用者219" initials="" lastIdx="0" clrIdx="572"/>
  <p:cmAuthor id="574" name="未知的使用者220" initials="" lastIdx="0" clrIdx="573"/>
  <p:cmAuthor id="575" name="未知的使用者228" initials="" lastIdx="0" clrIdx="574"/>
  <p:cmAuthor id="576" name="未知的使用者229" initials="" lastIdx="0" clrIdx="575"/>
  <p:cmAuthor id="577" name="未知的使用者230" initials="" lastIdx="0" clrIdx="576"/>
  <p:cmAuthor id="578" name="未知的使用者231" initials="" lastIdx="0" clrIdx="577"/>
  <p:cmAuthor id="579" name="未知的使用者232" initials="" lastIdx="0" clrIdx="578"/>
  <p:cmAuthor id="580" name="raymond luan" initials="r" lastIdx="0" clrIdx="579"/>
  <p:cmAuthor id="581" name="Unknown User114" initials="U" lastIdx="0" clrIdx="580"/>
  <p:cmAuthor id="582" name="Unknown User111" initials="U" lastIdx="0" clrIdx="581"/>
  <p:cmAuthor id="583" name="未知的使用者131" initials="" lastIdx="0" clrIdx="582"/>
  <p:cmAuthor id="584" name="未知的使用者132" initials="" lastIdx="0" clrIdx="583"/>
  <p:cmAuthor id="585" name="未知用户118" initials="未" lastIdx="0" clrIdx="584"/>
  <p:cmAuthor id="586" name="未知的使用者235" initials="" lastIdx="0" clrIdx="585"/>
  <p:cmAuthor id="587" name="未知的使用者236" initials="" lastIdx="0" clrIdx="586"/>
  <p:cmAuthor id="588" name="未知的使用者237" initials="" lastIdx="0" clrIdx="587"/>
  <p:cmAuthor id="589" name="未知用户70" initials="未" lastIdx="0" clrIdx="588"/>
  <p:cmAuthor id="590" name="未知的使用者239" initials="" lastIdx="0" clrIdx="589"/>
  <p:cmAuthor id="591" name="未知的使用者136" initials="" lastIdx="0" clrIdx="590"/>
  <p:cmAuthor id="592" name="未知用户194" initials="未" lastIdx="0" clrIdx="591"/>
  <p:cmAuthor id="593" name="未知的使用者206" initials="" lastIdx="0" clrIdx="592"/>
  <p:cmAuthor id="594" name="未知的使用者207" initials="" lastIdx="0" clrIdx="593"/>
  <p:cmAuthor id="595" name="未知的使用者208" initials="" lastIdx="0" clrIdx="594"/>
  <p:cmAuthor id="596" name="未知的使用者209" initials="" lastIdx="0" clrIdx="595"/>
  <p:cmAuthor id="597" name="未知的使用者210" initials="" lastIdx="0" clrIdx="596"/>
  <p:cmAuthor id="598" name="未知的使用者211" initials="" lastIdx="0" clrIdx="597"/>
  <p:cmAuthor id="599" name="未知的使用者212" initials="" lastIdx="0" clrIdx="598"/>
  <p:cmAuthor id="600" name="未知的使用者213" initials="" lastIdx="0" clrIdx="599"/>
  <p:cmAuthor id="601" name="未知的使用者214" initials="" lastIdx="0" clrIdx="600"/>
  <p:cmAuthor id="602" name="未知的使用者215" initials="" lastIdx="0" clrIdx="601"/>
  <p:cmAuthor id="603" name="未知用户121" initials="未" lastIdx="0" clrIdx="602"/>
  <p:cmAuthor id="604" name="王 黎黎" initials="王" lastIdx="0" clrIdx="603"/>
  <p:cmAuthor id="605" name="未知用户162" initials="未" lastIdx="0" clrIdx="604"/>
  <p:cmAuthor id="606" name="未知的使用者61" initials="未" lastIdx="0" clrIdx="605"/>
  <p:cmAuthor id="607" name="未知的使用者163" initials="未" lastIdx="0" clrIdx="606"/>
  <p:cmAuthor id="608" name="未知的使用者165" initials="未" lastIdx="0" clrIdx="607"/>
  <p:cmAuthor id="609" name="未知的使用者158" initials="未" lastIdx="0" clrIdx="608"/>
  <p:cmAuthor id="610" name="未知的使用者166" initials="未" lastIdx="0" clrIdx="609"/>
  <p:cmAuthor id="611" name="未知的使用者167" initials="未" lastIdx="0" clrIdx="610"/>
  <p:cmAuthor id="612" name="未知的使用者159" initials="未" lastIdx="0" clrIdx="611"/>
  <p:cmAuthor id="613" name="未知的使用者160" initials="未" lastIdx="0" clrIdx="612"/>
  <p:cmAuthor id="614" name="未知的使用者168" initials="未" lastIdx="0" clrIdx="613"/>
  <p:cmAuthor id="615" name="未知用户120" initials="未" lastIdx="0" clrIdx="614"/>
  <p:cmAuthor id="616" name="未知用户122" initials="未" lastIdx="0" clrIdx="615"/>
  <p:cmAuthor id="617" name="未知用户139" initials="未" lastIdx="0" clrIdx="616"/>
  <p:cmAuthor id="618" name="未知用户141" initials="未" lastIdx="0" clrIdx="617"/>
  <p:cmAuthor id="619" name="未知用户143" initials="未" lastIdx="0" clrIdx="618"/>
  <p:cmAuthor id="620" name="未知用户144" initials="未" lastIdx="0" clrIdx="619"/>
  <p:cmAuthor id="621" name="未知用户145" initials="未" lastIdx="0" clrIdx="620"/>
  <p:cmAuthor id="622" name="未知用户119" initials="未" lastIdx="0" clrIdx="621"/>
  <p:cmAuthor id="623" name="未知用户140" initials="未" lastIdx="0" clrIdx="622"/>
  <p:cmAuthor id="624" name="未知用户142" initials="未" lastIdx="0" clrIdx="623"/>
  <p:cmAuthor id="625" name="未知用户146" initials="未" lastIdx="0" clrIdx="624"/>
  <p:cmAuthor id="626" name="未知用户147" initials="未" lastIdx="0" clrIdx="625"/>
  <p:cmAuthor id="627" name="未知用户148" initials="未" lastIdx="0" clrIdx="626"/>
  <p:cmAuthor id="628" name="未知用户195" initials="未" lastIdx="0" clrIdx="627"/>
  <p:cmAuthor id="629" name="未知用户207" initials="未" lastIdx="0" clrIdx="628"/>
  <p:cmAuthor id="630" name="未知用户208" initials="未" lastIdx="0" clrIdx="629"/>
  <p:cmAuthor id="631" name="未知用户198" initials="未" lastIdx="0" clrIdx="630"/>
  <p:cmAuthor id="632" name="未知用户209" initials="未" lastIdx="0" clrIdx="631"/>
  <p:cmAuthor id="633" name="未知用户206" initials="未" lastIdx="0" clrIdx="632"/>
  <p:cmAuthor id="634" name="未知用户46" initials="未" lastIdx="0" clrIdx="633"/>
  <p:cmAuthor id="635" name="未知的使用者188" initials="未" lastIdx="0" clrIdx="634"/>
  <p:cmAuthor id="636" name="未知的使用者189" initials="未" lastIdx="0" clrIdx="635"/>
  <p:cmAuthor id="637" name="未知的使用者190" initials="未" lastIdx="0" clrIdx="636"/>
  <p:cmAuthor id="638" name="未知的使用者191" initials="未" lastIdx="0" clrIdx="637"/>
  <p:cmAuthor id="639" name="未知的使用者192" initials="未" lastIdx="0" clrIdx="638"/>
  <p:cmAuthor id="640" name="吖叻" initials="吖" lastIdx="0" clrIdx="639"/>
  <p:cmAuthor id="641" name="未知的使用者193" initials="未" lastIdx="0" clrIdx="640"/>
  <p:cmAuthor id="642" name="未知的使用者153" initials="未" lastIdx="0" clrIdx="641"/>
  <p:cmAuthor id="643" name="未知的使用者154" initials="未" lastIdx="0" clrIdx="642"/>
  <p:cmAuthor id="644" name="未知的使用者157" initials="未" lastIdx="0" clrIdx="643"/>
  <p:cmAuthor id="645" name="未知的使用者129" initials="未" lastIdx="0" clrIdx="644"/>
  <p:cmAuthor id="646" name="未知的使用者164" initials="未" lastIdx="0" clrIdx="645"/>
  <p:cmAuthor id="647" name="未知的使用者172" initials="未" lastIdx="0" clrIdx="646"/>
  <p:cmAuthor id="648" name="未知的使用者174" initials="未" lastIdx="0" clrIdx="647"/>
  <p:cmAuthor id="649" name="未知的使用者247" initials="未" lastIdx="0" clrIdx="648"/>
  <p:cmAuthor id="650" name="未知的使用者249" initials="未" lastIdx="0" clrIdx="649"/>
  <p:cmAuthor id="651" name="未知的使用者250" initials="未" lastIdx="0" clrIdx="650"/>
  <p:cmAuthor id="652" name="未知的使用者251" initials="未" lastIdx="0" clrIdx="651"/>
  <p:cmAuthor id="653" name="未知的使用者246" initials="未" lastIdx="0" clrIdx="652"/>
  <p:cmAuthor id="654" name="未知的使用者252" initials="未" lastIdx="0" clrIdx="653"/>
  <p:cmAuthor id="655" name="未知的使用者253" initials="未" lastIdx="0" clrIdx="654"/>
  <p:cmAuthor id="656" name="未知的使用者254" initials="未" lastIdx="0" clrIdx="655"/>
  <p:cmAuthor id="657" name="未知的使用者255" initials="未" lastIdx="0" clrIdx="656"/>
  <p:cmAuthor id="658" name="未知的使用者270" initials="未" lastIdx="0" clrIdx="657"/>
  <p:cmAuthor id="659" name="未知的使用者256" initials="未" lastIdx="0" clrIdx="658"/>
  <p:cmAuthor id="660" name="未知的使用者257" initials="未" lastIdx="0" clrIdx="659"/>
  <p:cmAuthor id="661" name="未知的使用者240" initials="未" lastIdx="0" clrIdx="660"/>
  <p:cmAuthor id="662" name="未知的使用者241" initials="未" lastIdx="0" clrIdx="661"/>
  <p:cmAuthor id="663" name="未知的使用者242" initials="未" lastIdx="0" clrIdx="662"/>
  <p:cmAuthor id="664" name="未知的使用者243" initials="未" lastIdx="0" clrIdx="663"/>
  <p:cmAuthor id="665" name="未知的使用者258" initials="未" lastIdx="0" clrIdx="664"/>
  <p:cmAuthor id="666" name="未知的使用者259" initials="未" lastIdx="0" clrIdx="665"/>
  <p:cmAuthor id="667" name="未知的使用者260" initials="未" lastIdx="0" clrIdx="666"/>
  <p:cmAuthor id="668" name="未知的使用者261" initials="未" lastIdx="0" clrIdx="667"/>
  <p:cmAuthor id="669" name="未知的使用者262" initials="未" lastIdx="0" clrIdx="668"/>
  <p:cmAuthor id="670" name="未知的使用者263" initials="未" lastIdx="0" clrIdx="669"/>
  <p:cmAuthor id="671" name="未知的使用者264" initials="未" lastIdx="0" clrIdx="670"/>
  <p:cmAuthor id="672" name="未知的使用者265" initials="未" lastIdx="0" clrIdx="671"/>
  <p:cmAuthor id="673" name="未知的使用者266" initials="未" lastIdx="0" clrIdx="672"/>
  <p:cmAuthor id="674" name="未知的使用者267" initials="未" lastIdx="0" clrIdx="673"/>
  <p:cmAuthor id="675" name="未知的使用者268" initials="未" lastIdx="0" clrIdx="674"/>
  <p:cmAuthor id="676" name="未知的使用者269" initials="未" lastIdx="0" clrIdx="675"/>
  <p:cmAuthor id="677" name="lillian" initials="l" lastIdx="0" clrIdx="676"/>
  <p:cmAuthor id="678" name="未知用户197" initials="未" lastIdx="0" clrIdx="677"/>
  <p:cmAuthor id="679" name="未知用户157" initials="未" lastIdx="0" clrIdx="678"/>
  <p:cmAuthor id="680" name="未知用户158" initials="未" lastIdx="0" clrIdx="679"/>
  <p:cmAuthor id="681" name="未知用户159" initials="未" lastIdx="0" clrIdx="680"/>
  <p:cmAuthor id="682" name="黄晓平" initials="黄" lastIdx="0" clrIdx="681"/>
  <p:cmAuthor id="683" name="未知用户160" initials="未" lastIdx="0" clrIdx="682"/>
  <p:cmAuthor id="684" name="pengfei shen" initials="ps" lastIdx="0" clrIdx="683"/>
  <p:cmAuthor id="685" name="未知用户168" initials="未" lastIdx="0" clrIdx="684"/>
  <p:cmAuthor id="686" name="Wu, Jing 1. (NSB - CN/Hangzhou)" initials="WJ1(C" lastIdx="0" clrIdx="685"/>
  <p:cmAuthor id="687" name="順天" initials="順" lastIdx="0" clrIdx="686"/>
  <p:cmAuthor id="688" name="晶 王" initials="晶王" lastIdx="0" clrIdx="687"/>
  <p:cmAuthor id="689" name="未知用户246" initials="未" lastIdx="0" clrIdx="688"/>
  <p:cmAuthor id="690" name="U飞雪无痕" initials="U" lastIdx="0" clrIdx="689"/>
  <p:cmAuthor id="691" name="未知用户166" initials="未" lastIdx="0" clrIdx="690"/>
  <p:cmAuthor id="692" name="wangfeifei" initials="w" lastIdx="0" clrIdx="691"/>
  <p:cmAuthor id="693" name="未知用户189" initials="未" lastIdx="0" clrIdx="692"/>
  <p:cmAuthor id="694" name="未知的使用者224" initials="未" lastIdx="0" clrIdx="693"/>
  <p:cmAuthor id="695" name="未知用户7" initials="未" lastIdx="0" clrIdx="694"/>
  <p:cmAuthor id="696" name="沈霄雷" initials="沈" lastIdx="0" clrIdx="695"/>
  <p:cmAuthor id="697" name="aaaaaa apple" initials="a" lastIdx="0" clrIdx="696"/>
  <p:cmAuthor id="698" name="李哲(ZheLi)-顺丰科技" initials="a" lastIdx="0" clrIdx="697"/>
  <p:cmAuthor id="699" name="未知用户268" initials="未" lastIdx="0" clrIdx="698"/>
  <p:cmAuthor id="700" name="Echo" initials="E" lastIdx="0" clrIdx="699"/>
  <p:cmAuthor id="701" name="未知用户269" initials="未" lastIdx="0" clrIdx="700"/>
  <p:cmAuthor id="702" name="渠沛" initials="渠" lastIdx="0" clrIdx="701"/>
  <p:cmAuthor id="703" name="Arno.Du(杜明星)" initials="A" lastIdx="0" clrIdx="702"/>
  <p:cmAuthor id="704" name="席琛" initials="" lastIdx="0" clrIdx="703"/>
  <p:cmAuthor id="705" name="未知用户250" initials="未" lastIdx="0" clrIdx="704"/>
  <p:cmAuthor id="706" name="韩剑侠" initials="P" lastIdx="0" clrIdx="705"/>
  <p:cmAuthor id="707" name="未知的使用者1" initials="未" lastIdx="0" clrIdx="706"/>
  <p:cmAuthor id="708" name="高路" initials="高" lastIdx="0" clrIdx="707"/>
  <p:cmAuthor id="709" name="sjzx" initials="s" lastIdx="0" clrIdx="708"/>
  <p:cmAuthor id="710" name="�Ÿ�" initials="�" lastIdx="0" clrIdx="709"/>
  <p:cmAuthor id="711" name="yang.yuan" initials="y" lastIdx="0" clrIdx="710"/>
  <p:cmAuthor id="712" name="未知的使用者217" initials="未" lastIdx="0" clrIdx="711"/>
  <p:cmAuthor id="713" name="王娟" initials="1" lastIdx="0" clrIdx="712"/>
  <p:cmAuthor id="714" name="Charley" initials="C" lastIdx="0" clrIdx="713"/>
  <p:cmAuthor id="715" name="yue jing" initials="yj" lastIdx="0" clrIdx="714"/>
  <p:cmAuthor id="716" name="lilan" initials="l" lastIdx="0" clrIdx="715"/>
  <p:cmAuthor id="717" name="yudi lin" initials="y" lastIdx="0" clrIdx="716"/>
  <p:cmAuthor id="718" name="Unknown User48" initials="U" lastIdx="0" clrIdx="717"/>
  <p:cmAuthor id="719" name="liuchunhua199110" initials="l" lastIdx="0" clrIdx="718"/>
  <p:cmAuthor id="720" name="hmwang" initials="dsc" lastIdx="0" clrIdx="719"/>
  <p:cmAuthor id="721" name="未知的使用者204" initials="未" lastIdx="0" clrIdx="720"/>
  <p:cmAuthor id="722" name="Unknown User50" initials="U" lastIdx="0" clrIdx="721"/>
  <p:cmAuthor id="723" name="Unknown User52" initials="U" lastIdx="0" clrIdx="722"/>
  <p:cmAuthor id="724" name="未知的使用者151" initials="未" lastIdx="0" clrIdx="723"/>
  <p:cmAuthor id="725" name="未知的使用者216" initials="未" lastIdx="0" clrIdx="724"/>
  <p:cmAuthor id="726" name="user" initials="u" lastIdx="0" clrIdx="725"/>
  <p:cmAuthor id="727" name="未知的使用者130" initials="未" lastIdx="0" clrIdx="726"/>
  <p:cmAuthor id="728" name="寂落" initials="寂" lastIdx="0" clrIdx="727"/>
  <p:cmAuthor id="729" name="未知的使用者234" initials="未" lastIdx="0" clrIdx="728"/>
  <p:cmAuthor id="730" name="未知的使用者137" initials="未" lastIdx="0" clrIdx="729"/>
  <p:cmAuthor id="731" name="heweia@digiwin.com" initials="h" lastIdx="0" clrIdx="730"/>
  <p:cmAuthor id="732" name="未知用户256" initials="未" lastIdx="0" clrIdx="731"/>
  <p:cmAuthor id="733" name="dell" initials="d" lastIdx="0" clrIdx="732"/>
  <p:cmAuthor id="734" name="未知用户220" initials="未" lastIdx="0" clrIdx="733"/>
  <p:cmAuthor id="735" name="super" initials="s" lastIdx="0" clrIdx="734"/>
  <p:cmAuthor id="736" name="未知的使用者238" initials="未" lastIdx="0" clrIdx="735"/>
  <p:cmAuthor id="737" name="未知的使用者133" initials="未" lastIdx="0" clrIdx="736"/>
  <p:cmAuthor id="738" name="方婷婷" initials="方" lastIdx="0" clrIdx="737"/>
  <p:cmAuthor id="739" name="未知用户280" initials="未" lastIdx="0" clrIdx="738"/>
  <p:cmAuthor id="740" name="留毓吟" initials="留" lastIdx="0" clrIdx="739"/>
  <p:cmAuthor id="741" name="刘晖" initials="刘" lastIdx="0" clrIdx="740"/>
  <p:cmAuthor id="742" name="未知用户190" initials="未" lastIdx="0" clrIdx="741"/>
  <p:cmAuthor id="743" name="未知用户196" initials="未" lastIdx="0" clrIdx="742"/>
  <p:cmAuthor id="744" name="未知用户199" initials="未" lastIdx="0" clrIdx="743"/>
  <p:cmAuthor id="745" name="Xia Ting" initials="X" lastIdx="0" clrIdx="744"/>
  <p:cmAuthor id="746" name="曾蓓/贝贝" initials="曾" lastIdx="0" clrIdx="745"/>
  <p:cmAuthor id="747" name="未知用户180" initials="未" lastIdx="0" clrIdx="746"/>
  <p:cmAuthor id="748" name="李强" initials="A" lastIdx="0" clrIdx="747"/>
  <p:cmAuthor id="749" name="不明使用者54" initials="不" lastIdx="0" clrIdx="748"/>
  <p:cmAuthor id="750" name="姚琳" initials="姚" lastIdx="0" clrIdx="749"/>
  <p:cmAuthor id="751" name="Cheung" initials="C" lastIdx="0" clrIdx="750"/>
  <p:cmAuthor id="752" name="未知用户188" initials="未" lastIdx="0" clrIdx="751"/>
  <p:cmAuthor id="753" name="chen" initials="c" lastIdx="0" clrIdx="752"/>
  <p:cmAuthor id="754" name="未知用户94" initials="未" lastIdx="0" clrIdx="753"/>
  <p:cmAuthor id="755" name="芳怡 李" initials="芳李" lastIdx="0" clrIdx="754"/>
  <p:cmAuthor id="756" name="未知用户321" initials="未" lastIdx="0" clrIdx="755"/>
  <p:cmAuthor id="757" name="博 戴" initials="博戴" lastIdx="0" clrIdx="756"/>
  <p:cmAuthor id="758" name=" " initials="" lastIdx="0" clrIdx="757"/>
  <p:cmAuthor id="759" name="不明使用者57" initials="不" lastIdx="0" clrIdx="758"/>
  <p:cmAuthor id="760" name="未知的使用者139" initials="未" lastIdx="0" clrIdx="759"/>
  <p:cmAuthor id="761" name="未知的使用者140" initials="未" lastIdx="0" clrIdx="760"/>
  <p:cmAuthor id="762" name="未知用户320" initials="未" lastIdx="0" clrIdx="761"/>
  <p:cmAuthor id="763" name="FanJQ" initials="F" lastIdx="0" clrIdx="762"/>
  <p:cmAuthor id="764" name="未知用户211" initials="未" lastIdx="0" clrIdx="763"/>
  <p:cmAuthor id="765" name="未知用户212" initials="未" lastIdx="0" clrIdx="764"/>
  <p:cmAuthor id="766" name="未知用户293" initials="未" lastIdx="0" clrIdx="765"/>
  <p:cmAuthor id="767" name="未知用户201" initials="未" lastIdx="0" clrIdx="766"/>
  <p:cmAuthor id="768" name="未知用户161" initials="未" lastIdx="0" clrIdx="767"/>
  <p:cmAuthor id="769" name="未知用户183" initials="未" lastIdx="0" clrIdx="768"/>
  <p:cmAuthor id="770" name="nancy" initials="n" lastIdx="0" clrIdx="769"/>
  <p:cmAuthor id="771" name="未知用户163" initials="未" lastIdx="0" clrIdx="770"/>
  <p:cmAuthor id="772" name="未知的使用者233" initials="未" lastIdx="0" clrIdx="771"/>
  <p:cmAuthor id="773" name="ll z" initials="l" lastIdx="0" clrIdx="772"/>
  <p:cmAuthor id="774" name="未知用户191" initials="未" lastIdx="0" clrIdx="773"/>
  <p:cmAuthor id="775" name="未知用户167" initials="未" lastIdx="0" clrIdx="774"/>
  <p:cmAuthor id="776" name="guanhh" initials="g" lastIdx="0" clrIdx="775"/>
  <p:cmAuthor id="777" name="未知用户169" initials="未" lastIdx="0" clrIdx="776"/>
  <p:cmAuthor id="778" name="未知用户192" initials="未" lastIdx="0" clrIdx="777"/>
  <p:cmAuthor id="779" name="未知用户203" initials="未" lastIdx="0" clrIdx="778"/>
  <p:cmAuthor id="780" name="未知用户175" initials="未" lastIdx="0" clrIdx="779"/>
  <p:cmAuthor id="781" name="未知用户176" initials="未" lastIdx="0" clrIdx="780"/>
  <p:cmAuthor id="782" name="未知用户177" initials="未" lastIdx="0" clrIdx="781"/>
  <p:cmAuthor id="783" name="未知用户184" initials="未" lastIdx="0" clrIdx="782"/>
  <p:cmAuthor id="784" name="未知用户179" initials="未" lastIdx="0" clrIdx="783"/>
  <p:cmAuthor id="785" name="未知用户185" initials="未" lastIdx="0" clrIdx="784"/>
  <p:cmAuthor id="786" name="未知用户181" initials="未" lastIdx="0" clrIdx="785"/>
  <p:cmAuthor id="787" name="ye gusong" initials="y" lastIdx="0" clrIdx="786"/>
  <p:cmAuthor id="788" name="wei muzi" initials="w" lastIdx="0" clrIdx="787"/>
  <p:cmAuthor id="789" name="孙" initials="孙" lastIdx="0" clrIdx="788"/>
  <p:cmAuthor id="790" name="未知用户187" initials="未" lastIdx="0" clrIdx="789"/>
  <p:cmAuthor id="791" name="王嘉偉" initials="王" lastIdx="0" clrIdx="790"/>
  <p:cmAuthor id="792" name="catherine" initials="c" lastIdx="0" clrIdx="791"/>
  <p:cmAuthor id="793" name="未知的使用者88" initials="未" lastIdx="0" clrIdx="792"/>
  <p:cmAuthor id="794" name="未知的使用者89" initials="未" lastIdx="0" clrIdx="793"/>
  <p:cmAuthor id="795" name="未知用户287" initials="未" lastIdx="0" clrIdx="794"/>
  <p:cmAuthor id="796" name="黄定江" initials="黄" lastIdx="0" clrIdx="795"/>
  <p:cmAuthor id="797" name="未知用户288" initials="未" lastIdx="0" clrIdx="796"/>
  <p:cmAuthor id="798" name="未知用户289" initials="未" lastIdx="0" clrIdx="797"/>
  <p:cmAuthor id="799" name="未知用户290" initials="未" lastIdx="0" clrIdx="798"/>
  <p:cmAuthor id="800" name="未知用户291" initials="未" lastIdx="0" clrIdx="799"/>
  <p:cmAuthor id="801" name="未知用户292" initials="未" lastIdx="0" clrIdx="800"/>
  <p:cmAuthor id="802" name="未知用户295" initials="未" lastIdx="0" clrIdx="801"/>
  <p:cmAuthor id="803" name="未知用户297" initials="未" lastIdx="0" clrIdx="802"/>
  <p:cmAuthor id="804" name="未知用户310" initials="未" lastIdx="0" clrIdx="803"/>
  <p:cmAuthor id="805" name="未知的使用者202" initials="未" lastIdx="0" clrIdx="804"/>
  <p:cmAuthor id="806" name="未知用户215" initials="未" lastIdx="0" clrIdx="805"/>
  <p:cmAuthor id="807" name="未知用户216" initials="未" lastIdx="0" clrIdx="806"/>
  <p:cmAuthor id="808" name="未知的使用者196" initials="未" lastIdx="0" clrIdx="807"/>
  <p:cmAuthor id="809" name="Bella 蔡" initials="B" lastIdx="0" clrIdx="808"/>
  <p:cmAuthor id="810" name="未知用户243" initials="未" lastIdx="0" clrIdx="809"/>
  <p:cmAuthor id="811" name="未知用户282" initials="未" lastIdx="0" clrIdx="810"/>
  <p:cmAuthor id="812" name="未知用户283" initials="未" lastIdx="0" clrIdx="811"/>
  <p:cmAuthor id="813" name="未知用户213" initials="未" lastIdx="0" clrIdx="812"/>
  <p:cmAuthor id="814" name="未知用户279" initials="未" lastIdx="0" clrIdx="813"/>
  <p:cmAuthor id="815" name="未知用户281" initials="未" lastIdx="0" clrIdx="814"/>
  <p:cmAuthor id="816" name="未知用户284" initials="未" lastIdx="0" clrIdx="815"/>
  <p:cmAuthor id="817" name="Ying Lou" initials="Y" lastIdx="0" clrIdx="816"/>
  <p:cmAuthor id="818" name="未知用户174" initials="未" lastIdx="0" clrIdx="817"/>
  <p:cmAuthor id="819" name="刘佳佳" initials="刘" lastIdx="0" clrIdx="818"/>
  <p:cmAuthor id="820" name="未知用户233" initials="未" lastIdx="0" clrIdx="819"/>
  <p:cmAuthor id="821" name="未知用户234" initials="未" lastIdx="0" clrIdx="820"/>
  <p:cmAuthor id="822" name="未知用户235" initials="未" lastIdx="0" clrIdx="821"/>
  <p:cmAuthor id="823" name="未知用户236" initials="未" lastIdx="0" clrIdx="822"/>
  <p:cmAuthor id="824" name="未知用户237" initials="未" lastIdx="0" clrIdx="823"/>
  <p:cmAuthor id="825" name="未知用户240" initials="未" lastIdx="0" clrIdx="824"/>
  <p:cmAuthor id="826" name="未知用户221" initials="未" lastIdx="0" clrIdx="825"/>
  <p:cmAuthor id="827" name="王 辰斌" initials="王" lastIdx="0" clrIdx="826"/>
  <p:cmAuthor id="828" name="未知用户89" initials="未" lastIdx="0" clrIdx="827"/>
  <p:cmAuthor id="829" name="未知的使用者197" initials="未" lastIdx="0" clrIdx="828"/>
  <p:cmAuthor id="830" name="Carol Kelly" initials="C" lastIdx="0" clrIdx="829"/>
  <p:cmAuthor id="831" name="未知的使用者205" initials="未" lastIdx="0" clrIdx="830"/>
  <p:cmAuthor id="832" name="未知的使用者200" initials="未" lastIdx="0" clrIdx="831"/>
  <p:cmAuthor id="833" name="Unknown User58" initials="U" lastIdx="0" clrIdx="832"/>
  <p:cmAuthor id="834" name="Unknown User55" initials="U" lastIdx="0" clrIdx="833"/>
  <p:cmAuthor id="835" name="未知的使用者195" initials="未" lastIdx="0" clrIdx="834"/>
  <p:cmAuthor id="836" name="Huipeng Cao" initials="H" lastIdx="0" clrIdx="835"/>
  <p:cmAuthor id="837" name="李 雷雨" initials="李" lastIdx="0" clrIdx="836"/>
  <p:cmAuthor id="838" name="91257" initials="9" lastIdx="0" clrIdx="837"/>
  <p:cmAuthor id="839" name="未知用户228" initials="未" lastIdx="0" clrIdx="838"/>
  <p:cmAuthor id="840" name="vicky" initials="v" lastIdx="0" clrIdx="839"/>
  <p:cmAuthor id="841" name="jerrychou" initials="j" lastIdx="0" clrIdx="840"/>
  <p:cmAuthor id="842" name="不明使用者12" initials="不" lastIdx="0" clrIdx="841"/>
  <p:cmAuthor id="843" name="不明使用者1" initials="不" lastIdx="0" clrIdx="842"/>
  <p:cmAuthor id="844" name="不明使用者2" initials="不" lastIdx="0" clrIdx="843"/>
  <p:cmAuthor id="845" name="不明使用者3" initials="不" lastIdx="0" clrIdx="844"/>
  <p:cmAuthor id="846" name="不明使用者4" initials="不" lastIdx="0" clrIdx="845"/>
  <p:cmAuthor id="847" name="不明使用者6" initials="不" lastIdx="0" clrIdx="846"/>
  <p:cmAuthor id="848" name="不明使用者5" initials="不" lastIdx="0" clrIdx="847"/>
  <p:cmAuthor id="849" name="不明使用者7" initials="不" lastIdx="0" clrIdx="848"/>
  <p:cmAuthor id="850" name="李小红" initials="李" lastIdx="0" clrIdx="849"/>
  <p:cmAuthor id="851" name="不明使用者8" initials="不" lastIdx="0" clrIdx="850"/>
  <p:cmAuthor id="852" name="不明使用者9" initials="不" lastIdx="0" clrIdx="851"/>
  <p:cmAuthor id="853" name="不明使用者10" initials="不" lastIdx="0" clrIdx="852"/>
  <p:cmAuthor id="854" name="不明使用者11" initials="不" lastIdx="0" clrIdx="853"/>
  <p:cmAuthor id="855" name="Carol Wu" initials="C" lastIdx="0" clrIdx="854"/>
  <p:cmAuthor id="856" name="Think" initials="T" lastIdx="0" clrIdx="855"/>
  <p:cmAuthor id="857" name="未知用户303" initials="未" lastIdx="0" clrIdx="856"/>
  <p:cmAuthor id="858" name="未知用户304" initials="未" lastIdx="0" clrIdx="857"/>
  <p:cmAuthor id="859" name="win7" initials="w" lastIdx="0" clrIdx="858"/>
  <p:cmAuthor id="860" name="敢 王" initials="敢" lastIdx="0" clrIdx="859"/>
  <p:cmAuthor id="861" name="Jessie" initials="J" lastIdx="0" clrIdx="860"/>
  <p:cmAuthor id="862" name="邓 勇" initials="邓" lastIdx="0" clrIdx="861"/>
  <p:cmAuthor id="863" name="陈城" initials="陈" lastIdx="0" clrIdx="862"/>
  <p:cmAuthor id="864" name="Sharon" initials="S" lastIdx="0" clrIdx="863"/>
  <p:cmAuthor id="865" name="蓝礼健" initials="蓝" lastIdx="0" clrIdx="864"/>
  <p:cmAuthor id="866" name="未知用户311" initials="未" lastIdx="0" clrIdx="865"/>
  <p:cmAuthor id="867" name="未知用户312" initials="未" lastIdx="0" clrIdx="866"/>
  <p:cmAuthor id="868" name="shenbina" initials="s" lastIdx="0" clrIdx="867"/>
  <p:cmAuthor id="869" name="未知用户314" initials="未" lastIdx="0" clrIdx="868"/>
  <p:cmAuthor id="870" name="晓  曲" initials="晓" lastIdx="0" clrIdx="869"/>
  <p:cmAuthor id="871" name="未知用户230" initials="未" lastIdx="0" clrIdx="870"/>
  <p:cmAuthor id="872" name="未知用户232" initials="未" lastIdx="0" clrIdx="871"/>
  <p:cmAuthor id="873" name="孟连磊" initials="孟" lastIdx="0" clrIdx="872"/>
  <p:cmAuthor id="874" name="書緯 洪" initials="書緯" lastIdx="0" clrIdx="873"/>
  <p:cmAuthor id="875" name="未知的使用者177" initials="未" lastIdx="0" clrIdx="874"/>
  <p:cmAuthor id="876" name="David*" initials="D" lastIdx="0" clrIdx="875"/>
  <p:cmAuthor id="877" name="未知用户354" initials="未" lastIdx="0" clrIdx="876"/>
  <p:cmAuthor id="878" name="未知用户238" initials="未" lastIdx="0" clrIdx="877"/>
  <p:cmAuthor id="879" name="未知的使用者222" initials="未" lastIdx="0" clrIdx="878"/>
  <p:cmAuthor id="880" name="俊呈 賴" initials="俊" lastIdx="0" clrIdx="879"/>
  <p:cmAuthor id="881" name="winner1 chan" initials="wc" lastIdx="0" clrIdx="880"/>
  <p:cmAuthor id="882" name="未知用户332" initials="未" lastIdx="0" clrIdx="881"/>
  <p:cmAuthor id="883" name="未知用户217" initials="未" lastIdx="0" clrIdx="882"/>
  <p:cmAuthor id="884" name="cai yan" initials="cy" lastIdx="0" clrIdx="883"/>
  <p:cmAuthor id="885" name="俊晔 邱" initials="俊" lastIdx="0" clrIdx="884"/>
  <p:cmAuthor id="886" name="annie.gts@outlook.com" initials="a" lastIdx="0" clrIdx="885"/>
  <p:cmAuthor id="887" name="杨 升格" initials="杨" lastIdx="0" clrIdx="886"/>
  <p:cmAuthor id="888" name="Unknown User80" initials="U" lastIdx="0" clrIdx="887"/>
  <p:cmAuthor id="889" name="frankyang" initials="f" lastIdx="0" clrIdx="888"/>
  <p:cmAuthor id="890" name="未知用户222" initials="未" lastIdx="0" clrIdx="889"/>
  <p:cmAuthor id="891" name="李林林" initials="李" lastIdx="0" clrIdx="890"/>
  <p:cmAuthor id="892" name="璇 安" initials="璇" lastIdx="0" clrIdx="891"/>
  <p:cmAuthor id="893" name="lin li" initials="ll" lastIdx="0" clrIdx="892"/>
  <p:cmAuthor id="894" name="未知用户214" initials="未" lastIdx="0" clrIdx="893"/>
  <p:cmAuthor id="895" name="595434287@qq.com" initials="5" lastIdx="0" clrIdx="894"/>
  <p:cmAuthor id="896" name="lxm" initials="l" lastIdx="0" clrIdx="895"/>
  <p:cmAuthor id="897" name="345175348@qq.com" initials="3" lastIdx="0" clrIdx="896"/>
  <p:cmAuthor id="898" name="未知用户231" initials="未" lastIdx="0" clrIdx="897"/>
  <p:cmAuthor id="899" name="李 奕霖" initials="李" lastIdx="0" clrIdx="898"/>
  <p:cmAuthor id="900" name="PC" initials="P" lastIdx="0" clrIdx="899"/>
  <p:cmAuthor id="901" name="敬泉 李" initials="敬泉" lastIdx="0" clrIdx="900"/>
  <p:cmAuthor id="902" name="yesg" initials="y" lastIdx="0" clrIdx="901"/>
  <p:cmAuthor id="903" name="Microsoft Office User" initials="M" lastIdx="0" clrIdx="902"/>
  <p:cmAuthor id="904" name="陳珮琪" initials="陳珮琪" lastIdx="0" clrIdx="903"/>
  <p:cmAuthor id="905" name="未知用户277" initials="未" lastIdx="0" clrIdx="904"/>
  <p:cmAuthor id="906" name="soling" initials="s" lastIdx="0" clrIdx="905"/>
  <p:cmAuthor id="907" name="李 骁" initials="李" lastIdx="0" clrIdx="906"/>
  <p:cmAuthor id="908" name="未知用户258" initials="未" lastIdx="0" clrIdx="907"/>
  <p:cmAuthor id="909" name="未知的使用者96" initials="未" lastIdx="0" clrIdx="908"/>
  <p:cmAuthor id="910" name="未知用户260" initials="未" lastIdx="0" clrIdx="909"/>
  <p:cmAuthor id="911" name="未知的使用者99" initials="未" lastIdx="0" clrIdx="910"/>
  <p:cmAuthor id="912" name="未知的使用者101" initials="未" lastIdx="0" clrIdx="911"/>
  <p:cmAuthor id="913" name="未知用户263" initials="未" lastIdx="0" clrIdx="912"/>
  <p:cmAuthor id="914" name="未知用户342" initials="未" lastIdx="0" clrIdx="913"/>
  <p:cmAuthor id="915" name="未知用户249" initials="未" lastIdx="0" clrIdx="914"/>
  <p:cmAuthor id="916" name="未知用户285" initials="未" lastIdx="0" clrIdx="915"/>
  <p:cmAuthor id="917" name="未知用户315" initials="未" lastIdx="0" clrIdx="916"/>
  <p:cmAuthor id="918" name="未知用户316" initials="未" lastIdx="0" clrIdx="917"/>
  <p:cmAuthor id="919" name="未知用户317" initials="未" lastIdx="0" clrIdx="918"/>
  <p:cmAuthor id="920" name="未知用户318" initials="未" lastIdx="0" clrIdx="919"/>
  <p:cmAuthor id="921" name="未知用户319" initials="未" lastIdx="0" clrIdx="920"/>
  <p:cmAuthor id="922" name="chen hui" initials="c" lastIdx="0" clrIdx="921"/>
  <p:cmAuthor id="923" name="未知用户244" initials="未" lastIdx="0" clrIdx="922"/>
  <p:cmAuthor id="924" name="未知用户322" initials="未" lastIdx="0" clrIdx="923"/>
  <p:cmAuthor id="925" name="未知用户323" initials="未" lastIdx="0" clrIdx="924"/>
  <p:cmAuthor id="926" name="未知用户324" initials="未" lastIdx="0" clrIdx="925"/>
  <p:cmAuthor id="927" name="wangxinhui" initials="w" lastIdx="0" clrIdx="926"/>
  <p:cmAuthor id="928" name="未知用户276" initials="未" lastIdx="0" clrIdx="927"/>
  <p:cmAuthor id="929" name="未知用户363" initials="未" lastIdx="0" clrIdx="928"/>
  <p:cmAuthor id="930" name="未知用户459" initials="未" lastIdx="0" clrIdx="929"/>
  <p:cmAuthor id="931" name="未知用户470" initials="未" lastIdx="0" clrIdx="930"/>
  <p:cmAuthor id="932" name="未知用户325" initials="未" lastIdx="0" clrIdx="931"/>
  <p:cmAuthor id="933" name="未知用户326" initials="未" lastIdx="0" clrIdx="932"/>
  <p:cmAuthor id="934" name="未知用户365" initials="未" lastIdx="0" clrIdx="933"/>
  <p:cmAuthor id="935" name="未知用户460" initials="未" lastIdx="0" clrIdx="934"/>
  <p:cmAuthor id="936" name="未知用户366" initials="未" lastIdx="0" clrIdx="935"/>
  <p:cmAuthor id="937" name="未知用户461" initials="未" lastIdx="0" clrIdx="936"/>
  <p:cmAuthor id="938" name="未知用户367" initials="未" lastIdx="0" clrIdx="937"/>
  <p:cmAuthor id="939" name="未知用户462" initials="未" lastIdx="0" clrIdx="938"/>
  <p:cmAuthor id="940" name="未知用户463" initials="未" lastIdx="0" clrIdx="939"/>
  <p:cmAuthor id="941" name="未知用户368" initials="未" lastIdx="0" clrIdx="940"/>
  <p:cmAuthor id="942" name="未知用户464" initials="未" lastIdx="0" clrIdx="941"/>
  <p:cmAuthor id="943" name="旺旺雪饼(^з^)" initials="旺" lastIdx="0" clrIdx="942"/>
  <p:cmAuthor id="944" name="未知用户369" initials="未" lastIdx="0" clrIdx="943"/>
  <p:cmAuthor id="945" name="未知用户465" initials="未" lastIdx="0" clrIdx="944"/>
  <p:cmAuthor id="946" name="未知用户466" initials="未" lastIdx="0" clrIdx="945"/>
  <p:cmAuthor id="947" name="未知用户467" initials="未" lastIdx="0" clrIdx="946"/>
  <p:cmAuthor id="948" name="未知用户468" initials="未" lastIdx="0" clrIdx="947"/>
  <p:cmAuthor id="949" name="未知用户426" initials="未" lastIdx="0" clrIdx="948"/>
  <p:cmAuthor id="950" name="未知用户371" initials="未" lastIdx="0" clrIdx="949"/>
  <p:cmAuthor id="951" name="杨强" initials="杨" lastIdx="0" clrIdx="950"/>
  <p:cmAuthor id="952" name="未知用户372" initials="未" lastIdx="0" clrIdx="951"/>
  <p:cmAuthor id="953" name="檀晟 陈" initials="檀晟" lastIdx="0" clrIdx="952"/>
  <p:cmAuthor id="954" name="未知用户373" initials="未" lastIdx="0" clrIdx="953"/>
  <p:cmAuthor id="955" name="未知用户374" initials="未" lastIdx="0" clrIdx="954"/>
  <p:cmAuthor id="956" name="未知用户469" initials="未" lastIdx="0" clrIdx="955"/>
  <p:cmAuthor id="957" name="未知用户427" initials="未" lastIdx="0" clrIdx="956"/>
  <p:cmAuthor id="958" name="未知用户375" initials="未" lastIdx="0" clrIdx="957"/>
  <p:cmAuthor id="959" name="未知用户376" initials="未" lastIdx="0" clrIdx="958"/>
  <p:cmAuthor id="960" name="未知用户377" initials="未" lastIdx="0" clrIdx="959"/>
  <p:cmAuthor id="961" name="未知用户428" initials="未" lastIdx="0" clrIdx="960"/>
  <p:cmAuthor id="962" name="未知用户378" initials="未" lastIdx="0" clrIdx="961"/>
  <p:cmAuthor id="963" name="未知用户379" initials="未" lastIdx="0" clrIdx="962"/>
  <p:cmAuthor id="964" name="未知用户339" initials="未" lastIdx="0" clrIdx="963"/>
  <p:cmAuthor id="965" name="未知用户380" initials="未" lastIdx="0" clrIdx="964"/>
  <p:cmAuthor id="966" name="未知用户381" initials="未" lastIdx="0" clrIdx="965"/>
  <p:cmAuthor id="967" name="未知用户382" initials="未" lastIdx="0" clrIdx="966"/>
  <p:cmAuthor id="968" name="未知用户383" initials="未" lastIdx="0" clrIdx="967"/>
  <p:cmAuthor id="969" name="未知用户384" initials="未" lastIdx="0" clrIdx="968"/>
  <p:cmAuthor id="970" name="未知用户344" initials="未" lastIdx="0" clrIdx="969"/>
  <p:cmAuthor id="971" name="未知用户385" initials="未" lastIdx="0" clrIdx="970"/>
  <p:cmAuthor id="972" name="未知用户386" initials="未" lastIdx="0" clrIdx="971"/>
  <p:cmAuthor id="973" name="未知用户429" initials="未" lastIdx="0" clrIdx="972"/>
  <p:cmAuthor id="974" name="未知用户348" initials="未" lastIdx="0" clrIdx="973"/>
  <p:cmAuthor id="975" name="未知用户430" initials="未" lastIdx="0" clrIdx="974"/>
  <p:cmAuthor id="976" name="未知用户389" initials="未" lastIdx="0" clrIdx="975"/>
  <p:cmAuthor id="977" name="未知用户350" initials="未" lastIdx="0" clrIdx="976"/>
  <p:cmAuthor id="978" name="未知用户431" initials="未" lastIdx="0" clrIdx="977"/>
  <p:cmAuthor id="979" name="未知用户351" initials="未" lastIdx="0" clrIdx="978"/>
  <p:cmAuthor id="980" name="未知用户432" initials="未" lastIdx="0" clrIdx="979"/>
  <p:cmAuthor id="981" name="未知用户392" initials="未" lastIdx="0" clrIdx="980"/>
  <p:cmAuthor id="982" name="未知用户433" initials="未" lastIdx="0" clrIdx="981"/>
  <p:cmAuthor id="983" name="未知用户434" initials="未" lastIdx="0" clrIdx="982"/>
  <p:cmAuthor id="984" name="未知用户393" initials="未" lastIdx="0" clrIdx="983"/>
  <p:cmAuthor id="985" name="未知用户435" initials="未" lastIdx="0" clrIdx="984"/>
  <p:cmAuthor id="986" name="tonghailan" initials="t" lastIdx="0" clrIdx="985"/>
  <p:cmAuthor id="987" name="未知用户356" initials="未" lastIdx="0" clrIdx="986"/>
  <p:cmAuthor id="988" name="未知用户436" initials="未" lastIdx="0" clrIdx="987"/>
  <p:cmAuthor id="989" name="未知用户396" initials="未" lastIdx="0" clrIdx="988"/>
  <p:cmAuthor id="990" name="未知用户437" initials="未" lastIdx="0" clrIdx="989"/>
  <p:cmAuthor id="991" name="未知用户397" initials="未" lastIdx="0" clrIdx="990"/>
  <p:cmAuthor id="992" name="未知用户419" initials="未" lastIdx="0" clrIdx="991"/>
  <p:cmAuthor id="993" name="未知用户399" initials="未" lastIdx="0" clrIdx="992"/>
  <p:cmAuthor id="994" name="未知用户438" initials="未" lastIdx="0" clrIdx="993"/>
  <p:cmAuthor id="995" name="未知用户401" initials="未" lastIdx="0" clrIdx="994"/>
  <p:cmAuthor id="996" name="未知用户402" initials="未" lastIdx="0" clrIdx="995"/>
  <p:cmAuthor id="997" name="未知用户403" initials="未" lastIdx="0" clrIdx="996"/>
  <p:cmAuthor id="998" name="未知用户327" initials="未" lastIdx="0" clrIdx="997"/>
  <p:cmAuthor id="999" name="未知用户404" initials="未" lastIdx="0" clrIdx="998"/>
  <p:cmAuthor id="1000" name="未知用户405" initials="未" lastIdx="0" clrIdx="999"/>
  <p:cmAuthor id="1001" name="未知用户439" initials="未" lastIdx="0" clrIdx="1000"/>
  <p:cmAuthor id="1002" name="未知用户406" initials="未" lastIdx="0" clrIdx="1001"/>
  <p:cmAuthor id="1003" name="未知用户440" initials="未" lastIdx="0" clrIdx="1002"/>
  <p:cmAuthor id="1004" name="未知用户441" initials="未" lastIdx="0" clrIdx="1003"/>
  <p:cmAuthor id="1005" name="未知用户442" initials="未" lastIdx="0" clrIdx="1004"/>
  <p:cmAuthor id="1006" name="sun_zn" initials="s" lastIdx="0" clrIdx="1005"/>
  <p:cmAuthor id="1007" name="未知用户409" initials="未" lastIdx="0" clrIdx="1006"/>
  <p:cmAuthor id="1008" name="红旗的理想" initials="红" lastIdx="0" clrIdx="1007"/>
  <p:cmAuthor id="1009" name="未知用户443" initials="未" lastIdx="0" clrIdx="1008"/>
  <p:cmAuthor id="1010" name="shq316" initials="s" lastIdx="0" clrIdx="1009"/>
  <p:cmAuthor id="1011" name="未知用户411" initials="未" lastIdx="0" clrIdx="1010"/>
  <p:cmAuthor id="1012" name="shq316@vod365.com" initials="s" lastIdx="0" clrIdx="1011"/>
  <p:cmAuthor id="1013" name="未知用户444" initials="未" lastIdx="0" clrIdx="1012"/>
  <p:cmAuthor id="1014" name="yang fengyu" initials="yf" lastIdx="0" clrIdx="1013"/>
  <p:cmAuthor id="1015" name="未知用户413" initials="未" lastIdx="0" clrIdx="1014"/>
  <p:cmAuthor id="1016" name="未知用户445" initials="未" lastIdx="0" clrIdx="1015"/>
  <p:cmAuthor id="1017" name="文逸同学" initials="文" lastIdx="0" clrIdx="1016"/>
  <p:cmAuthor id="1018" name="未知用户446" initials="未" lastIdx="0" clrIdx="1017"/>
  <p:cmAuthor id="1019" name="未知用户447" initials="未" lastIdx="0" clrIdx="1018"/>
  <p:cmAuthor id="1020" name="未知用户448" initials="未" lastIdx="0" clrIdx="1019"/>
  <p:cmAuthor id="1021" name="未知用户333" initials="未" lastIdx="0" clrIdx="1020"/>
  <p:cmAuthor id="1022" name="未知用户417" initials="未" lastIdx="0" clrIdx="1021"/>
  <p:cmAuthor id="1023" name="未知用户449" initials="未" lastIdx="0" clrIdx="1022"/>
  <p:cmAuthor id="1024" name="未知用户418" initials="未" lastIdx="0" clrIdx="1023"/>
  <p:cmAuthor id="1025" name="未知用户450" initials="未" lastIdx="0" clrIdx="1024"/>
  <p:cmAuthor id="1026" name="未知用户423" initials="未" lastIdx="0" clrIdx="1025"/>
  <p:cmAuthor id="1027" name="未知用户424" initials="未" lastIdx="0" clrIdx="1026"/>
  <p:cmAuthor id="1028" name="未知用户425" initials="未" lastIdx="0" clrIdx="1027"/>
  <p:cmAuthor id="1029" name="未知用户451" initials="未" lastIdx="0" clrIdx="1028"/>
  <p:cmAuthor id="1030" name="未知用户452" initials="未" lastIdx="0" clrIdx="1029"/>
  <p:cmAuthor id="1031" name="未知用户453" initials="未" lastIdx="0" clrIdx="1030"/>
  <p:cmAuthor id="1032" name="未知用户454" initials="未" lastIdx="0" clrIdx="1031"/>
  <p:cmAuthor id="1033" name="未知用户455" initials="未" lastIdx="0" clrIdx="1032"/>
  <p:cmAuthor id="1034" name="未知用户456" initials="未" lastIdx="0" clrIdx="1033"/>
  <p:cmAuthor id="1035" name="未知用户457" initials="未" lastIdx="0" clrIdx="1034"/>
  <p:cmAuthor id="1036" name="未知用户458" initials="未" lastIdx="0" clrIdx="1035"/>
  <p:cmAuthor id="1037" name="風輕 雲淡" initials="風輕" lastIdx="0" clrIdx="1036"/>
  <p:cmAuthor id="1038" name="宁 凯亮" initials="宁" lastIdx="0" clrIdx="1037"/>
  <p:cmAuthor id="1039" name="小延魔法师" initials="小" lastIdx="0" clrIdx="1038"/>
  <p:cmAuthor id="1040" name="李 芳怡" initials="李" lastIdx="0" clrIdx="1039"/>
  <p:cmAuthor id="1041" name="lvz" initials="l" lastIdx="0" clrIdx="1040"/>
  <p:cmAuthor id="1042" name="俊強 詹" initials="俊強" lastIdx="0" clrIdx="1041"/>
  <p:cmAuthor id="1043" name="CMCC" initials="C" lastIdx="0" clrIdx="1042"/>
  <p:cmAuthor id="1044" name="Karissa Lai" initials="KL" lastIdx="0" clrIdx="1043"/>
  <p:cmAuthor id="1045" name="Tianchi Yao" initials="TY" lastIdx="0" clrIdx="1044"/>
  <p:cmAuthor id="1046" name="78234500@qq.com" initials="7" lastIdx="0" clrIdx="1045"/>
  <p:cmAuthor id="1047" name="张雅欣" initials="张" lastIdx="0" clrIdx="1046"/>
  <p:cmAuthor id="1048" name="未知用户301" initials="未" lastIdx="0" clrIdx="1047"/>
  <p:cmAuthor id="1049" name="裴亚" initials="W用" lastIdx="0" clrIdx="1048"/>
  <p:cmAuthor id="1050" name="panjm" initials="p" lastIdx="0" clrIdx="1049"/>
  <p:cmAuthor id="1051" name="陳劉杰" initials="陳" lastIdx="0" clrIdx="1050"/>
  <p:cmAuthor id="1052" name="pengling" initials="p" lastIdx="0" clrIdx="1051"/>
  <p:cmAuthor id="1053" name="liuzga" initials="l" lastIdx="0" clrIdx="1052"/>
  <p:cmAuthor id="1054" name="未知用户88" initials="未" lastIdx="0" clrIdx="1053"/>
  <p:cmAuthor id="1055" name="进 揭" initials="进" lastIdx="0" clrIdx="1054"/>
  <p:cmAuthor id="1056" name="刘浩" initials="刘" lastIdx="0" clrIdx="1055"/>
  <p:cmAuthor id="1057" name="未知用户218" initials="未" lastIdx="0" clrIdx="1056"/>
  <p:cmAuthor id="1058" name="Vivian Liu" initials="VL" lastIdx="0" clrIdx="1057"/>
  <p:cmAuthor id="1059" name="xie eagle" initials="x" lastIdx="0" clrIdx="1058"/>
  <p:cmAuthor id="1060" name="杨 贺春" initials="杨" lastIdx="0" clrIdx="1059"/>
  <p:cmAuthor id="1061" name="未知用户347" initials="未" lastIdx="0" clrIdx="1060"/>
  <p:cmAuthor id="1062" name="伟哥" initials="伟哥" lastIdx="0" clrIdx="1061"/>
  <p:cmAuthor id="1063" name="jian Ray" initials="j" lastIdx="0" clrIdx="1062"/>
  <p:cmAuthor id="1064" name="wlj352" initials="w" lastIdx="0" clrIdx="1063"/>
  <p:cmAuthor id="1065" name="Microsoft Office 用户" initials="M" lastIdx="0" clrIdx="1064"/>
  <p:cmAuthor id="1066" name="朗 月" initials="朗" lastIdx="0" clrIdx="1065"/>
  <p:cmAuthor id="1067" name="未知用户477" initials="未" lastIdx="0" clrIdx="1066"/>
  <p:cmAuthor id="1068" name="oden" initials="o" lastIdx="0" clrIdx="1067"/>
  <p:cmAuthor id="1069" name="chenye" initials="CY" lastIdx="0" clrIdx="1068"/>
  <p:cmAuthor id="1070" name="14299" initials="1" lastIdx="0" clrIdx="1069"/>
  <p:cmAuthor id="1071" name="未知用户481" initials="未" lastIdx="0" clrIdx="1070"/>
  <p:cmAuthor id="1072" name="未知用户271" initials="未" lastIdx="0" clrIdx="1071"/>
  <p:cmAuthor id="1073" name="未知用户388" initials="未" lastIdx="0" clrIdx="1072"/>
  <p:cmAuthor id="1074" name="未知用户484" initials="未" lastIdx="0" clrIdx="1073"/>
  <p:cmAuthor id="1075" name="未知用户224" initials="未" lastIdx="0" clrIdx="1074"/>
  <p:cmAuthor id="1076" name="jesschin" initials="j" lastIdx="0" clrIdx="1075"/>
  <p:cmAuthor id="1077" name="49293" initials="4" lastIdx="0" clrIdx="1076"/>
  <p:cmAuthor id="1078" name="王" initials="王" lastIdx="0" clrIdx="1077"/>
  <p:cmAuthor id="1079" name="未知用户259" initials="未" lastIdx="0" clrIdx="1078"/>
  <p:cmAuthor id="1080" name="zhuanz" initials="z" lastIdx="0" clrIdx="1079"/>
  <p:cmAuthor id="1081" name="张艺超" initials="张" lastIdx="0" clrIdx="1080"/>
  <p:cmAuthor id="1082" name="lh999" initials="l" lastIdx="0" clrIdx="1081"/>
  <p:cmAuthor id="1083" name="琳" initials="琳" lastIdx="0" clrIdx="1082"/>
  <p:cmAuthor id="1084" name="jiaoz" initials="j" lastIdx="0" clrIdx="1083"/>
  <p:cmAuthor id="1085" name="smartuncle" initials="s" lastIdx="0" clrIdx="1084"/>
  <p:cmAuthor id="1086" name="未知用户270" initials="未" lastIdx="0" clrIdx="1085"/>
  <p:cmAuthor id="1087" name="kk" initials="k" lastIdx="0" clrIdx="1086"/>
  <p:cmAuthor id="1088" name="cy" initials="c" lastIdx="0" clrIdx="1087"/>
  <p:cmAuthor id="1089" name="未知用户330" initials="未" lastIdx="0" clrIdx="1088"/>
  <p:cmAuthor id="1090" name="邢绍文" initials="邢" lastIdx="0" clrIdx="1089"/>
  <p:cmAuthor id="1091" name="ccadmin" initials="c" lastIdx="0" clrIdx="1090"/>
  <p:cmAuthor id="1092" name="Nero" initials="N" lastIdx="0" clrIdx="1091"/>
  <p:cmAuthor id="1093" name="yifan song" initials="y" lastIdx="0" clrIdx="1092"/>
  <p:cmAuthor id="1094" name="kang" initials="k" lastIdx="0" clrIdx="1093"/>
  <p:cmAuthor id="1095" name="未知用户345" initials="未" lastIdx="0" clrIdx="1094"/>
  <p:cmAuthor id="1096" name="v15194" initials="v" lastIdx="0" clrIdx="1095"/>
  <p:cmAuthor id="1097" name="莊安君" initials="莊" lastIdx="0" clrIdx="1096"/>
  <p:cmAuthor id="1098" name="未知用户346" initials="未" lastIdx="0" clrIdx="1097"/>
  <p:cmAuthor id="1099" name="陳建璋" initials="陳" lastIdx="0" clrIdx="1098"/>
  <p:cmAuthor id="1100" name="建璋" initials="建" lastIdx="0" clrIdx="1099"/>
  <p:cmAuthor id="1101" name="77482" initials="7" lastIdx="0" clrIdx="1100"/>
  <p:cmAuthor id="1102" name="未知用户265" initials="未" lastIdx="0" clrIdx="1101"/>
  <p:cmAuthor id="1103" name="未知用户267" initials="未" lastIdx="0" clrIdx="1102"/>
  <p:cmAuthor id="1104" name="liuxie" initials="l" lastIdx="0" clrIdx="1103"/>
  <p:cmAuthor id="1105" name="未知用户229" initials="未" lastIdx="0" clrIdx="1104"/>
  <p:cmAuthor id="1106" name="未知用户241" initials="未" lastIdx="0" clrIdx="1105"/>
  <p:cmAuthor id="1107" name="未知用户242" initials="未" lastIdx="0" clrIdx="1106"/>
  <p:cmAuthor id="1108" name="未知用户245" initials="未" lastIdx="0" clrIdx="1107"/>
  <p:cmAuthor id="1109" name="未知用户227" initials="未" lastIdx="0" clrIdx="1108"/>
  <p:cmAuthor id="1110" name="未知用户298" initials="未" lastIdx="0" clrIdx="1109"/>
  <p:cmAuthor id="1111" name="未知用户299" initials="未" lastIdx="0" clrIdx="1110"/>
  <p:cmAuthor id="1112" name="剑全" initials="剑" lastIdx="0" clrIdx="1111"/>
  <p:cmAuthor id="1113" name="未知用户300" initials="未" lastIdx="0" clrIdx="1112"/>
  <p:cmAuthor id="1114" name="未知用户302" initials="未" lastIdx="0" clrIdx="1113"/>
  <p:cmAuthor id="1115" name="未知用户305" initials="未" lastIdx="0" clrIdx="1114"/>
  <p:cmAuthor id="1116" name="未知用户306" initials="未" lastIdx="0" clrIdx="1115"/>
  <p:cmAuthor id="1117" name="未知用户309" initials="未" lastIdx="0" clrIdx="1116"/>
  <p:cmAuthor id="1118" name="許詩婕" initials="許" lastIdx="0" clrIdx="1117"/>
  <p:cmAuthor id="1119" name="未知用户296" initials="未" lastIdx="0" clrIdx="1118"/>
  <p:cmAuthor id="1120" name="高飞" initials="高" lastIdx="0" clrIdx="1119"/>
  <p:cmAuthor id="1121" name="minil" initials="m" lastIdx="0" clrIdx="1120"/>
  <p:cmAuthor id="1122" name="hedaxiaopeng@126.com" initials="h" lastIdx="0" clrIdx="1121"/>
  <p:cmAuthor id="1123" name="15106" initials="1" lastIdx="0" clrIdx="1122"/>
  <p:cmAuthor id="1124" name="bu" initials="b" lastIdx="0" clrIdx="1123"/>
  <p:cmAuthor id="1125" name="赵 璐" initials="赵" lastIdx="0" clrIdx="1124"/>
  <p:cmAuthor id="1126" name="群智集" initials="群" lastIdx="0" clrIdx="1125"/>
  <p:cmAuthor id="1127" name="Zhu, Hawk" initials="Z" lastIdx="0" clrIdx="1126"/>
  <p:cmAuthor id="1128" name="郏 鹏" initials="郏" lastIdx="0" clrIdx="1127"/>
  <p:cmAuthor id="1129" name="tanjp" initials="t" lastIdx="0" clrIdx="1128"/>
  <p:cmAuthor id="1130" name="郏鹏" initials="M" lastIdx="0" clrIdx="1129"/>
  <p:cmAuthor id="1131" name="YS" initials="Y" lastIdx="0" clrIdx="1130"/>
  <p:cmAuthor id="1132" name="黄 晓贤" initials="黄" lastIdx="0" clrIdx="1131"/>
  <p:cmAuthor id="1133" name="wenny" initials="w" lastIdx="0" clrIdx="1132"/>
  <p:cmAuthor id="1134" name="刘海娜|liuhaina" initials="W用" lastIdx="0" clrIdx="1133"/>
  <p:cmAuthor id="1135" name="Ball Snow" initials="BS" lastIdx="0" clrIdx="1134"/>
  <p:cmAuthor id="1136" name="艾启明" initials="A" lastIdx="0" clrIdx="1135"/>
  <p:cmAuthor id="1137" name="Jdi" initials="J" lastIdx="0" clrIdx="1136"/>
  <p:cmAuthor id="1138" name="未知用户337" initials="未" lastIdx="0" clrIdx="1137"/>
  <p:cmAuthor id="1139" name="未知用户239" initials="未" lastIdx="0" clrIdx="1138"/>
  <p:cmAuthor id="1140" name="背锅侠" initials="背" lastIdx="0" clrIdx="1139"/>
  <p:cmAuthor id="1141" name="chenmh" initials="c" lastIdx="0" clrIdx="1140"/>
  <p:cmAuthor id="1142" name="CVTEr" initials="C" lastIdx="0" clrIdx="1141"/>
  <p:cmAuthor id="1143" name="June C" initials="J" lastIdx="0" clrIdx="1142"/>
  <p:cmAuthor id="1144" name="00270" initials="0" lastIdx="0" clrIdx="1143"/>
  <p:cmAuthor id="1145" name="IBM_USER" initials="I" lastIdx="0" clrIdx="1144"/>
  <p:cmAuthor id="1146" name="aa" initials="a" lastIdx="0" clrIdx="1145"/>
  <p:cmAuthor id="1147" name="shinevin liu" initials="s" lastIdx="0" clrIdx="1146"/>
  <p:cmAuthor id="1148" name="Davidpeng" initials="D" lastIdx="0" clrIdx="1147"/>
  <p:cmAuthor id="1149" name="dbc" initials="d" lastIdx="0" clrIdx="1148"/>
  <p:cmAuthor id="1150" name="吴军影" initials="吴" lastIdx="0" clrIdx="1149"/>
  <p:cmAuthor id="1151" name="冯学沛" initials="冯" lastIdx="0" clrIdx="1150"/>
  <p:cmAuthor id="1152" name="杨 超" initials="杨" lastIdx="0" clrIdx="1151"/>
  <p:cmAuthor id="1153" name="sam_cai" initials="s" lastIdx="0" clrIdx="1152"/>
  <p:cmAuthor id="1154" name="00792" initials="0" lastIdx="0" clrIdx="1153"/>
  <p:cmAuthor id="1155" name="Rex" initials="R" lastIdx="0" clrIdx="1154"/>
  <p:cmAuthor id="1156" name="fei ye" initials="fy" lastIdx="0" clrIdx="1155"/>
  <p:cmAuthor id="1157" name="未知的使用者97" initials="未" lastIdx="0" clrIdx="1156"/>
  <p:cmAuthor id="1158" name="Tanshijie (James, Business Development)" initials="T" lastIdx="0" clrIdx="1157"/>
  <p:cmAuthor id="1159" name="Mia Vida Villanueva" initials="M" lastIdx="0" clrIdx="1158"/>
  <p:cmAuthor id="1160" name="GTS" initials="G" lastIdx="0" clrIdx="1159"/>
  <p:cmAuthor id="1161" name="胡杨" initials="胡" lastIdx="0" clrIdx="1160"/>
  <p:cmAuthor id="1162" name="天上飞的kk" initials="天" lastIdx="0" clrIdx="1161"/>
  <p:cmAuthor id="1163" name="空" initials="空" lastIdx="0" clrIdx="1162"/>
  <p:cmAuthor id="1164" name="乃木" initials="乃" lastIdx="0" clrIdx="1163"/>
  <p:cmAuthor id="1165" name="王炎" initials="王" lastIdx="0" clrIdx="1164"/>
  <p:cmAuthor id="1166" name="张义明（阿里钉）_RzM3rIfi" initials="authorId_2796783068" lastIdx="0" clrIdx="1165"/>
  <p:cmAuthor id="1167" name="赵斯思" initials="z" lastIdx="0" clrIdx="1166"/>
  <p:cmAuthor id="1168" name="陶 理" initials="陶" lastIdx="0" clrIdx="1167"/>
  <p:cmAuthor id="1169" name="梁鹏" initials="u" lastIdx="0" clrIdx="1168"/>
  <p:cmAuthor id="1170" name="范 斌" initials="范" lastIdx="0" clrIdx="1169"/>
  <p:cmAuthor id="1171" name="毕邺" initials="党委办公室" lastIdx="0" clrIdx="1170"/>
  <p:cmAuthor id="1172" name="jiaru tiger" initials="jt" lastIdx="0" clrIdx="1171"/>
  <p:cmAuthor id="1173" name="施普希（菜菜）" initials="施" lastIdx="0" clrIdx="1172"/>
  <p:cmAuthor id="1174" name="张 成亚" initials="张" lastIdx="0" clrIdx="1173"/>
  <p:cmAuthor id="1175" name="ZHX" initials="Z" lastIdx="0" clrIdx="1174"/>
  <p:cmAuthor id="1176" name="李敏1392815305" initials="李" lastIdx="0" clrIdx="1175"/>
  <p:cmAuthor id="1177" name="670431497@qq.com" initials="6" lastIdx="0" clrIdx="1176"/>
  <p:cmAuthor id="1178" name="圣祥 戴" initials="圣戴" lastIdx="0" clrIdx="1177"/>
  <p:cmAuthor id="1179" name="陈刘杰" initials="陈" lastIdx="0" clrIdx="1178"/>
  <p:cmAuthor id="1180" name="3533" initials="authorId_1521482978" lastIdx="28" clrIdx="1179"/>
  <p:cmAuthor id="1182" name="小珞_QjMfU7FR" initials="小" lastIdx="0" clrIdx="1181"/>
  <p:cmAuthor id="1183" name="fu_s_" initials="f" lastIdx="0" clrIdx="1182"/>
  <p:cmAuthor id="1184" name="PH04" initials="P" lastIdx="0" clrIdx="1183"/>
  <p:cmAuthor id="1185" name="韦纯英" initials="韦" lastIdx="0" clrIdx="1184"/>
  <p:cmAuthor id="1186" name="崔丽丽" initials="崔" lastIdx="0" clrIdx="1185"/>
  <p:cmAuthor id="1187" name="Deanna Schuler (Bookey Consulting)" initials="D" lastIdx="0" clrIdx="1186"/>
  <p:cmAuthor id="1188" name="Jingjing Chen" initials="cjj" lastIdx="0" clrIdx="1187"/>
  <p:cmAuthor id="1189" name="韩金秀" initials="韩金秀" lastIdx="0" clrIdx="1188"/>
  <p:cmAuthor id="1190" name="梅师奇" initials="梅" lastIdx="0" clrIdx="1189"/>
  <p:cmAuthor id="1191" name="WZM" initials="W" lastIdx="0" clrIdx="1190"/>
  <p:cmAuthor id="1192" name="D03119" initials="D" lastIdx="0" clrIdx="1191"/>
  <p:cmAuthor id="1193" name="apuser" initials="a" lastIdx="0" clrIdx="119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23892"/>
    <a:srgbClr val="2C74C9"/>
    <a:srgbClr val="2169D3"/>
    <a:srgbClr val="0F3F87"/>
    <a:srgbClr val="257CE1"/>
    <a:srgbClr val="0033A0"/>
    <a:srgbClr val="0E3C82"/>
    <a:srgbClr val="D0312E"/>
    <a:srgbClr val="5F21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39" autoAdjust="0"/>
    <p:restoredTop sz="95026" autoAdjust="0"/>
  </p:normalViewPr>
  <p:slideViewPr>
    <p:cSldViewPr>
      <p:cViewPr varScale="1">
        <p:scale>
          <a:sx n="109" d="100"/>
          <a:sy n="109" d="100"/>
        </p:scale>
        <p:origin x="780" y="96"/>
      </p:cViewPr>
      <p:guideLst/>
    </p:cSldViewPr>
  </p:slideViewPr>
  <p:outlineViewPr>
    <p:cViewPr>
      <p:scale>
        <a:sx n="33" d="100"/>
        <a:sy n="33" d="100"/>
      </p:scale>
      <p:origin x="0" y="-56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9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4" Type="http://schemas.openxmlformats.org/officeDocument/2006/relationships/tags" Target="tags/tag149.xml"/><Relationship Id="rId23" Type="http://schemas.openxmlformats.org/officeDocument/2006/relationships/commentAuthors" Target="commentAuthors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5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4.xml"/><Relationship Id="rId15" Type="http://schemas.openxmlformats.org/officeDocument/2006/relationships/slide" Target="slides/slide3.xml"/><Relationship Id="rId14" Type="http://schemas.openxmlformats.org/officeDocument/2006/relationships/slide" Target="slides/slide2.xml"/><Relationship Id="rId13" Type="http://schemas.openxmlformats.org/officeDocument/2006/relationships/slide" Target="slides/slide1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076" cy="501867"/>
          </a:xfrm>
          <a:prstGeom prst="rect">
            <a:avLst/>
          </a:prstGeom>
        </p:spPr>
        <p:txBody>
          <a:bodyPr vert="horz" lIns="96594" tIns="48297" rIns="96594" bIns="48297" rtlCol="0"/>
          <a:lstStyle>
            <a:lvl1pPr algn="l" eaLnBrk="0" hangingPunct="0">
              <a:buFont typeface="Arial" panose="020B0604020202020204" pitchFamily="34" charset="0"/>
              <a:buNone/>
              <a:defRPr sz="1300"/>
            </a:lvl1pPr>
          </a:lstStyle>
          <a:p>
            <a:pPr defTabSz="891540"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901548" y="0"/>
            <a:ext cx="2985076" cy="501867"/>
          </a:xfrm>
          <a:prstGeom prst="rect">
            <a:avLst/>
          </a:prstGeom>
        </p:spPr>
        <p:txBody>
          <a:bodyPr vert="horz" lIns="96594" tIns="48297" rIns="96594" bIns="48297" rtlCol="0"/>
          <a:lstStyle>
            <a:lvl1pPr algn="r" eaLnBrk="0" hangingPunct="0">
              <a:buFont typeface="Arial" panose="020B0604020202020204" pitchFamily="34" charset="0"/>
              <a:buNone/>
              <a:defRPr sz="1300"/>
            </a:lvl1pPr>
          </a:lstStyle>
          <a:p>
            <a:pPr defTabSz="891540">
              <a:defRPr/>
            </a:pP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515260"/>
            <a:ext cx="2985076" cy="501867"/>
          </a:xfrm>
          <a:prstGeom prst="rect">
            <a:avLst/>
          </a:prstGeom>
        </p:spPr>
        <p:txBody>
          <a:bodyPr vert="horz" lIns="96594" tIns="48297" rIns="96594" bIns="48297" rtlCol="0" anchor="b"/>
          <a:lstStyle>
            <a:lvl1pPr algn="l" eaLnBrk="0" hangingPunct="0">
              <a:buFont typeface="Arial" panose="020B0604020202020204" pitchFamily="34" charset="0"/>
              <a:buNone/>
              <a:defRPr sz="1300"/>
            </a:lvl1pPr>
          </a:lstStyle>
          <a:p>
            <a:pPr defTabSz="891540"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901548" y="9515260"/>
            <a:ext cx="2985076" cy="501867"/>
          </a:xfrm>
          <a:prstGeom prst="rect">
            <a:avLst/>
          </a:prstGeom>
        </p:spPr>
        <p:txBody>
          <a:bodyPr vert="horz" wrap="square" lIns="96594" tIns="48297" rIns="96594" bIns="48297" numCol="1" anchor="b" anchorCtr="0" compatLnSpc="1"/>
          <a:lstStyle>
            <a:lvl1pPr algn="r">
              <a:defRPr sz="1300" noProof="1" dirty="0"/>
            </a:lvl1pPr>
          </a:lstStyle>
          <a:p>
            <a:pPr defTabSz="891540">
              <a:defRPr/>
            </a:pPr>
            <a:fld id="{6F230C9D-97B0-4FCB-8FC4-FE5D023F0700}" type="slidenum">
              <a:rPr lang="zh-CN" altLang="en-US" dirty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页眉占位符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5076" cy="501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6594" tIns="48297" rIns="96594" bIns="48297" numCol="1" anchor="t" anchorCtr="0" compatLnSpc="1"/>
          <a:lstStyle>
            <a:lvl1pPr eaLnBrk="0" hangingPunct="0">
              <a:buFont typeface="Arial" panose="020B0604020202020204" pitchFamily="34" charset="0"/>
              <a:buNone/>
              <a:defRPr sz="1300">
                <a:ea typeface="宋体" panose="02010600030101010101" pitchFamily="2" charset="-122"/>
              </a:defRPr>
            </a:lvl1pPr>
          </a:lstStyle>
          <a:p>
            <a:pPr defTabSz="891540">
              <a:defRPr/>
            </a:pPr>
            <a:endParaRPr lang="zh-CN" altLang="en-US"/>
          </a:p>
        </p:txBody>
      </p:sp>
      <p:sp>
        <p:nvSpPr>
          <p:cNvPr id="3075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900008" y="0"/>
            <a:ext cx="2986616" cy="501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6594" tIns="48297" rIns="96594" bIns="48297" numCol="1" anchor="t" anchorCtr="0" compatLnSpc="1"/>
          <a:lstStyle>
            <a:lvl1pPr algn="r" eaLnBrk="0" hangingPunct="0">
              <a:buFont typeface="Arial" panose="020B0604020202020204" pitchFamily="34" charset="0"/>
              <a:buNone/>
              <a:defRPr sz="1300">
                <a:ea typeface="宋体" panose="02010600030101010101" pitchFamily="2" charset="-122"/>
              </a:defRPr>
            </a:lvl1pPr>
          </a:lstStyle>
          <a:p>
            <a:pPr defTabSz="891540">
              <a:defRPr/>
            </a:pPr>
            <a:endParaRPr lang="zh-CN" altLang="en-US"/>
          </a:p>
        </p:txBody>
      </p:sp>
      <p:sp>
        <p:nvSpPr>
          <p:cNvPr id="37892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436563" y="1250950"/>
            <a:ext cx="6013450" cy="3382963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37893" name="备注占位符 4"/>
          <p:cNvSpPr>
            <a:spLocks noGrp="1"/>
          </p:cNvSpPr>
          <p:nvPr>
            <p:ph type="body" sz="quarter"/>
          </p:nvPr>
        </p:nvSpPr>
        <p:spPr>
          <a:xfrm>
            <a:off x="686969" y="4821335"/>
            <a:ext cx="5512688" cy="3943456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6594" tIns="48297" rIns="96594" bIns="48297" anchor="ctr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0"/>
            <a:r>
              <a:rPr lang="zh-CN" altLang="en-US" dirty="0"/>
              <a:t>第二级</a:t>
            </a:r>
            <a:endParaRPr lang="zh-CN" altLang="en-US" dirty="0"/>
          </a:p>
          <a:p>
            <a:pPr lvl="2" indent="0"/>
            <a:r>
              <a:rPr lang="zh-CN" altLang="en-US" dirty="0"/>
              <a:t>第三级</a:t>
            </a:r>
            <a:endParaRPr lang="zh-CN" altLang="en-US" dirty="0"/>
          </a:p>
          <a:p>
            <a:pPr lvl="3" indent="0"/>
            <a:r>
              <a:rPr lang="zh-CN" altLang="en-US" dirty="0"/>
              <a:t>第四级</a:t>
            </a:r>
            <a:endParaRPr lang="zh-CN" altLang="en-US" dirty="0"/>
          </a:p>
          <a:p>
            <a:pPr lvl="4" indent="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078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512151"/>
            <a:ext cx="2985076" cy="5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6594" tIns="48297" rIns="96594" bIns="48297" numCol="1" anchor="b" anchorCtr="0" compatLnSpc="1"/>
          <a:lstStyle>
            <a:lvl1pPr eaLnBrk="0" hangingPunct="0">
              <a:buFont typeface="Arial" panose="020B0604020202020204" pitchFamily="34" charset="0"/>
              <a:buNone/>
              <a:defRPr sz="1300">
                <a:ea typeface="宋体" panose="02010600030101010101" pitchFamily="2" charset="-122"/>
              </a:defRPr>
            </a:lvl1pPr>
          </a:lstStyle>
          <a:p>
            <a:pPr defTabSz="891540">
              <a:defRPr/>
            </a:pPr>
            <a:endParaRPr lang="zh-CN" altLang="en-US"/>
          </a:p>
        </p:txBody>
      </p:sp>
      <p:sp>
        <p:nvSpPr>
          <p:cNvPr id="3079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0008" y="9512151"/>
            <a:ext cx="2986616" cy="5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6594" tIns="48297" rIns="96594" bIns="48297" numCol="1" anchor="b" anchorCtr="0" compatLnSpc="1"/>
          <a:lstStyle>
            <a:lvl1pPr algn="r">
              <a:defRPr sz="1300" noProof="1" dirty="0">
                <a:ea typeface="宋体" panose="02010600030101010101" pitchFamily="2" charset="-122"/>
              </a:defRPr>
            </a:lvl1pPr>
          </a:lstStyle>
          <a:p>
            <a:pPr defTabSz="891540">
              <a:defRPr/>
            </a:pPr>
            <a:fld id="{4DBA26D3-AD7D-48A4-83A0-25AE87567A2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07963" y="1401763"/>
            <a:ext cx="6724650" cy="37830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ags" Target="../tags/tag64.xml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ags" Target="../tags/tag77.xml"/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slideMaster" Target="../slideMasters/slideMaster8.xml"/></Relationships>
</file>

<file path=ppt/slideLayouts/_rels/slideLayout77.xml.rels><?xml version="1.0" encoding="UTF-8" standalone="yes"?>
<Relationships xmlns="http://schemas.openxmlformats.org/package/2006/relationships"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8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ags" Target="../tags/tag93.xml"/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7" Type="http://schemas.openxmlformats.org/officeDocument/2006/relationships/tags" Target="../tags/tag105.xml"/><Relationship Id="rId6" Type="http://schemas.openxmlformats.org/officeDocument/2006/relationships/tags" Target="../tags/tag104.xml"/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4" Type="http://schemas.openxmlformats.org/officeDocument/2006/relationships/tags" Target="../tags/tag114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7" Type="http://schemas.openxmlformats.org/officeDocument/2006/relationships/tags" Target="../tags/tag120.xml"/><Relationship Id="rId6" Type="http://schemas.openxmlformats.org/officeDocument/2006/relationships/tags" Target="../tags/tag119.xml"/><Relationship Id="rId5" Type="http://schemas.openxmlformats.org/officeDocument/2006/relationships/tags" Target="../tags/tag118.xml"/><Relationship Id="rId4" Type="http://schemas.openxmlformats.org/officeDocument/2006/relationships/tags" Target="../tags/tag117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ags" Target="../tags/tag124.xml"/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ags" Target="../tags/tag128.xml"/><Relationship Id="rId1" Type="http://schemas.openxmlformats.org/officeDocument/2006/relationships/slideMaster" Target="../slideMasters/slideMaster11.xml"/></Relationships>
</file>

<file path=ppt/slideLayouts/_rels/slideLayout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ags" Target="../tags/tag129.xml"/><Relationship Id="rId1" Type="http://schemas.openxmlformats.org/officeDocument/2006/relationships/slideMaster" Target="../slideMasters/slideMaster1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vert="horz" wrap="square" lIns="91440" tIns="45720" rIns="91440" bIns="45720" numCol="1" anchor="t" anchorCtr="0" compatLnSpc="1"/>
          <a:lstStyle>
            <a:lvl1pPr>
              <a:defRPr noProof="1" dirty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75B9EF7-133C-400F-BC12-CB688B8D83C5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vert="horz" wrap="square" lIns="91440" tIns="45720" rIns="91440" bIns="45720" numCol="1" anchor="t" anchorCtr="0" compatLnSpc="1"/>
          <a:lstStyle>
            <a:lvl1pPr>
              <a:defRPr noProof="1" dirty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1499B4F-81C2-45BB-8360-59E31760C7BA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vert="horz" wrap="square" lIns="91440" tIns="45720" rIns="91440" bIns="45720" numCol="1" anchor="t" anchorCtr="0" compatLnSpc="1"/>
          <a:lstStyle>
            <a:lvl1pPr>
              <a:defRPr noProof="1" dirty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E8547C6-0878-4C21-98EA-688FEF746934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vert="horz" wrap="square" lIns="91440" tIns="45720" rIns="91440" bIns="45720" numCol="1" anchor="t" anchorCtr="0" compatLnSpc="1"/>
          <a:lstStyle>
            <a:lvl1pPr>
              <a:defRPr noProof="1" dirty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A3CB0CE-2972-460B-B83A-CD790CA52571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438"/>
            <a:ext cx="4873575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5" y="2665379"/>
            <a:ext cx="4873575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9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9" y="2665379"/>
            <a:ext cx="4897576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</p:spPr>
        <p:txBody>
          <a:bodyPr vert="horz" wrap="square" lIns="91440" tIns="45720" rIns="91440" bIns="45720" numCol="1" anchor="t" anchorCtr="0" compatLnSpc="1"/>
          <a:lstStyle>
            <a:lvl1pPr>
              <a:defRPr noProof="1" dirty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BAEA2E0-497C-46DC-8E9D-CF319C90D545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vert="horz" wrap="square" lIns="91440" tIns="45720" rIns="91440" bIns="45720" numCol="1" anchor="t" anchorCtr="0" compatLnSpc="1"/>
          <a:lstStyle>
            <a:lvl1pPr>
              <a:defRPr noProof="1" dirty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2519ED6-EBEF-477D-AD13-9C7E840F1D5D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vert="horz" wrap="square" lIns="91440" tIns="45720" rIns="91440" bIns="45720" numCol="1" anchor="t" anchorCtr="0" compatLnSpc="1"/>
          <a:lstStyle>
            <a:lvl1pPr>
              <a:defRPr noProof="1" dirty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5731A19-6DBA-4C04-A508-270BB3B34577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vert="horz" wrap="square" lIns="91440" tIns="45720" rIns="91440" bIns="45720" numCol="1" anchor="t" anchorCtr="0" compatLnSpc="1"/>
          <a:lstStyle>
            <a:lvl1pPr>
              <a:defRPr noProof="1" dirty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FB28FC0-CB95-462C-BDEE-4CFDAB41E48E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vert="horz" wrap="square" lIns="91440" tIns="45720" rIns="91440" bIns="45720" numCol="1" anchor="t" anchorCtr="0" compatLnSpc="1"/>
          <a:lstStyle>
            <a:lvl1pPr>
              <a:defRPr noProof="1" dirty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371941D-307E-41A4-A23B-9C38CD4E6F2D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vert="horz" wrap="square" lIns="91440" tIns="45720" rIns="91440" bIns="45720" numCol="1" anchor="t" anchorCtr="0" compatLnSpc="1"/>
          <a:lstStyle>
            <a:lvl1pPr>
              <a:defRPr noProof="1" dirty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85C5612-3EE6-49C1-B3D6-7DE6C31D3A4A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vert="horz" wrap="square" lIns="91440" tIns="45720" rIns="91440" bIns="45720" numCol="1" anchor="t" anchorCtr="0" compatLnSpc="1"/>
          <a:lstStyle>
            <a:lvl1pPr>
              <a:defRPr noProof="1" dirty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D2F89B1-2426-4276-8501-5720F92F0F4E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vert="horz" wrap="square" lIns="91440" tIns="45720" rIns="91440" bIns="45720" numCol="1" anchor="t" anchorCtr="0" compatLnSpc="1"/>
          <a:lstStyle>
            <a:lvl1pPr>
              <a:defRPr noProof="1" dirty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251ABBD-05F9-4189-852C-BFC0E1B5405C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vert="horz" wrap="square" lIns="91440" tIns="45720" rIns="91440" bIns="45720" numCol="1" anchor="t" anchorCtr="0" compatLnSpc="1"/>
          <a:lstStyle>
            <a:lvl1pPr>
              <a:defRPr noProof="1" dirty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6569A06-4D16-4C64-A59D-9A9B06DBF590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vert="horz" wrap="square" lIns="91440" tIns="45720" rIns="91440" bIns="45720" numCol="1" anchor="t" anchorCtr="0" compatLnSpc="1"/>
          <a:lstStyle>
            <a:lvl1pPr>
              <a:defRPr noProof="1" dirty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1481D8E-2CED-4C2B-9954-A73BF5820E63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438"/>
            <a:ext cx="4873575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5" y="2665379"/>
            <a:ext cx="4873575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9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9" y="2665379"/>
            <a:ext cx="4897576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</p:spPr>
        <p:txBody>
          <a:bodyPr vert="horz" wrap="square" lIns="91440" tIns="45720" rIns="91440" bIns="45720" numCol="1" anchor="t" anchorCtr="0" compatLnSpc="1"/>
          <a:lstStyle>
            <a:lvl1pPr>
              <a:defRPr noProof="1" dirty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5593748-A5F3-4EDE-98B2-BC220FF00249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vert="horz" wrap="square" lIns="91440" tIns="45720" rIns="91440" bIns="45720" numCol="1" anchor="t" anchorCtr="0" compatLnSpc="1"/>
          <a:lstStyle>
            <a:lvl1pPr>
              <a:defRPr noProof="1" dirty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EB6769E-D313-4745-9C00-C972ED4A8390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1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vert="horz" wrap="square" lIns="91440" tIns="45720" rIns="91440" bIns="45720" numCol="1" anchor="t" anchorCtr="0" compatLnSpc="1"/>
          <a:lstStyle>
            <a:lvl1pPr>
              <a:defRPr noProof="1" dirty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BE253F6-43DC-4D58-9C0E-48A278A73DF5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vert="horz" wrap="square" lIns="91440" tIns="45720" rIns="91440" bIns="45720" numCol="1" anchor="t" anchorCtr="0" compatLnSpc="1"/>
          <a:lstStyle>
            <a:lvl1pPr>
              <a:defRPr noProof="1" dirty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BAFDCED-B338-4E03-8DC3-149F2778F730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vert="horz" wrap="square" lIns="91440" tIns="45720" rIns="91440" bIns="45720" numCol="1" anchor="t" anchorCtr="0" compatLnSpc="1"/>
          <a:lstStyle>
            <a:lvl1pPr>
              <a:defRPr noProof="1" dirty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ECA0DA8-0858-40AB-A6E7-3BC52EE36266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vert="horz" wrap="square" lIns="91440" tIns="45720" rIns="91440" bIns="45720" numCol="1" anchor="t" anchorCtr="0" compatLnSpc="1"/>
          <a:lstStyle>
            <a:lvl1pPr>
              <a:defRPr noProof="1" dirty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002C00F-FCAF-4B6A-AB98-589ACF6B7516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7600" y="365125"/>
            <a:ext cx="140208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2"/>
          </p:nvPr>
        </p:nvSpPr>
        <p:spPr>
          <a:xfrm>
            <a:off x="1117600" y="6356350"/>
            <a:ext cx="3657600" cy="365125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3"/>
          </p:nvPr>
        </p:nvSpPr>
        <p:spPr>
          <a:xfrm>
            <a:off x="5384800" y="6356350"/>
            <a:ext cx="5486400" cy="365125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11480800" y="6356350"/>
            <a:ext cx="3657600" cy="365125"/>
          </a:xfrm>
        </p:spPr>
        <p:txBody>
          <a:bodyPr vert="horz" wrap="square" lIns="91440" tIns="45720" rIns="91440" bIns="45720" numCol="1" anchor="t" anchorCtr="0" compatLnSpc="1"/>
          <a:lstStyle>
            <a:lvl1pPr>
              <a:defRPr noProof="1" dirty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ADAD103-6D09-430A-AA65-19ED2FF4F4BF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2664CB8-6EEA-4AE9-83B6-B563DB9F32D7}" type="slidenum">
              <a:rPr kumimoji="0" lang="zh-CN" altLang="en-US" sz="900" b="0" i="0" u="none" strike="noStrike" kern="1200" cap="none" spc="0" normalizeH="0" baseline="0" noProof="1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2664CB8-6EEA-4AE9-83B6-B563DB9F32D7}" type="slidenum">
              <a:rPr kumimoji="0" lang="zh-CN" altLang="en-US" sz="900" b="0" i="0" u="none" strike="noStrike" kern="1200" cap="none" spc="0" normalizeH="0" baseline="0" noProof="1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2664CB8-6EEA-4AE9-83B6-B563DB9F32D7}" type="slidenum">
              <a:rPr kumimoji="0" lang="zh-CN" altLang="en-US" sz="900" b="0" i="0" u="none" strike="noStrike" kern="1200" cap="none" spc="0" normalizeH="0" baseline="0" noProof="1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2664CB8-6EEA-4AE9-83B6-B563DB9F32D7}" type="slidenum">
              <a:rPr kumimoji="0" lang="zh-CN" altLang="en-US" sz="900" b="0" i="0" u="none" strike="noStrike" kern="1200" cap="none" spc="0" normalizeH="0" baseline="0" noProof="1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438"/>
            <a:ext cx="4873575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5" y="2665379"/>
            <a:ext cx="4873575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9" y="1778438"/>
            <a:ext cx="4897576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9" y="2665379"/>
            <a:ext cx="4897576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2664CB8-6EEA-4AE9-83B6-B563DB9F32D7}" type="slidenum">
              <a:rPr kumimoji="0" lang="zh-CN" altLang="en-US" sz="900" b="0" i="0" u="none" strike="noStrike" kern="1200" cap="none" spc="0" normalizeH="0" baseline="0" noProof="1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2664CB8-6EEA-4AE9-83B6-B563DB9F32D7}" type="slidenum">
              <a:rPr kumimoji="0" lang="zh-CN" altLang="en-US" sz="900" b="0" i="0" u="none" strike="noStrike" kern="1200" cap="none" spc="0" normalizeH="0" baseline="0" noProof="1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2664CB8-6EEA-4AE9-83B6-B563DB9F32D7}" type="slidenum">
              <a:rPr kumimoji="0" lang="zh-CN" altLang="en-US" sz="900" b="0" i="0" u="none" strike="noStrike" kern="1200" cap="none" spc="0" normalizeH="0" baseline="0" noProof="1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2664CB8-6EEA-4AE9-83B6-B563DB9F32D7}" type="slidenum">
              <a:rPr kumimoji="0" lang="zh-CN" altLang="en-US" sz="900" b="0" i="0" u="none" strike="noStrike" kern="1200" cap="none" spc="0" normalizeH="0" baseline="0" noProof="1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2664CB8-6EEA-4AE9-83B6-B563DB9F32D7}" type="slidenum">
              <a:rPr kumimoji="0" lang="zh-CN" altLang="en-US" sz="900" b="0" i="0" u="none" strike="noStrike" kern="1200" cap="none" spc="0" normalizeH="0" baseline="0" noProof="1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2664CB8-6EEA-4AE9-83B6-B563DB9F32D7}" type="slidenum">
              <a:rPr kumimoji="0" lang="zh-CN" altLang="en-US" sz="900" b="0" i="0" u="none" strike="noStrike" kern="1200" cap="none" spc="0" normalizeH="0" baseline="0" noProof="1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5" y="2130427"/>
            <a:ext cx="10363200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8" y="3886200"/>
            <a:ext cx="8534400" cy="175260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22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452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675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911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1134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736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35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9815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>
            <a:lvl1pPr defTabSz="933450" eaLnBrk="1" hangingPunct="1">
              <a:buFont typeface="Arial" panose="020B0604020202020204" pitchFamily="34" charset="0"/>
              <a:buNone/>
              <a:defRPr sz="1825" noProof="1">
                <a:solidFill>
                  <a:srgbClr val="FFFFFF"/>
                </a:solidFill>
              </a:defRPr>
            </a:lvl1pPr>
          </a:lstStyle>
          <a:p>
            <a:pPr marL="0" marR="0" lvl="0" indent="0" algn="l" defTabSz="933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25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>
            <a:lvl1pPr defTabSz="933450" eaLnBrk="1" hangingPunct="1">
              <a:buFont typeface="Arial" panose="020B0604020202020204" pitchFamily="34" charset="0"/>
              <a:buNone/>
              <a:defRPr sz="1825" noProof="1">
                <a:solidFill>
                  <a:srgbClr val="FFFFFF"/>
                </a:solidFill>
              </a:defRPr>
            </a:lvl1pPr>
          </a:lstStyle>
          <a:p>
            <a:pPr marL="0" marR="0" lvl="0" indent="0" algn="l" defTabSz="933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25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defTabSz="933450">
              <a:defRPr noProof="1" dirty="0">
                <a:solidFill>
                  <a:srgbClr val="FFFFFF"/>
                </a:solidFill>
              </a:defRPr>
            </a:lvl1pPr>
          </a:lstStyle>
          <a:p>
            <a:pPr marL="0" marR="0" lvl="0" indent="0" algn="l" defTabSz="933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EA618CD-5A62-4DFC-92C4-B65146C44939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7600" y="365125"/>
            <a:ext cx="140208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</p:nvPr>
        </p:nvSpPr>
        <p:spPr>
          <a:xfrm>
            <a:off x="1117600" y="6356350"/>
            <a:ext cx="3657600" cy="365125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>
          <a:xfrm>
            <a:off x="5384800" y="6356350"/>
            <a:ext cx="5486400" cy="365125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11480800" y="6356350"/>
            <a:ext cx="3657600" cy="365125"/>
          </a:xfrm>
        </p:spPr>
        <p:txBody>
          <a:bodyPr vert="horz" wrap="square" lIns="91440" tIns="45720" rIns="91440" bIns="45720" numCol="1" anchor="t" anchorCtr="0" compatLnSpc="1"/>
          <a:lstStyle>
            <a:lvl1pPr>
              <a:defRPr noProof="1" dirty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B5F6FB3-8E04-4E4F-AAC7-B2EFB5981F23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/>
          <p:cNvSpPr/>
          <p:nvPr userDrawn="1"/>
        </p:nvSpPr>
        <p:spPr>
          <a:xfrm>
            <a:off x="0" y="0"/>
            <a:ext cx="5896634" cy="6857999"/>
          </a:xfrm>
          <a:custGeom>
            <a:avLst/>
            <a:gdLst>
              <a:gd name="connsiteX0" fmla="*/ 0 w 5896634"/>
              <a:gd name="connsiteY0" fmla="*/ 0 h 6857999"/>
              <a:gd name="connsiteX1" fmla="*/ 3531045 w 5896634"/>
              <a:gd name="connsiteY1" fmla="*/ 0 h 6857999"/>
              <a:gd name="connsiteX2" fmla="*/ 5584000 w 5896634"/>
              <a:gd name="connsiteY2" fmla="*/ 2052956 h 6857999"/>
              <a:gd name="connsiteX3" fmla="*/ 5584000 w 5896634"/>
              <a:gd name="connsiteY3" fmla="*/ 3562487 h 6857999"/>
              <a:gd name="connsiteX4" fmla="*/ 2288488 w 5896634"/>
              <a:gd name="connsiteY4" fmla="*/ 6857999 h 6857999"/>
              <a:gd name="connsiteX5" fmla="*/ 0 w 5896634"/>
              <a:gd name="connsiteY5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96634" h="6857999">
                <a:moveTo>
                  <a:pt x="0" y="0"/>
                </a:moveTo>
                <a:lnTo>
                  <a:pt x="3531045" y="0"/>
                </a:lnTo>
                <a:lnTo>
                  <a:pt x="5584000" y="2052956"/>
                </a:lnTo>
                <a:cubicBezTo>
                  <a:pt x="6000846" y="2469801"/>
                  <a:pt x="6000846" y="3145640"/>
                  <a:pt x="5584000" y="3562487"/>
                </a:cubicBezTo>
                <a:lnTo>
                  <a:pt x="2288488" y="6857999"/>
                </a:lnTo>
                <a:lnTo>
                  <a:pt x="0" y="6857999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20000"/>
                  <a:lumOff val="80000"/>
                </a:schemeClr>
              </a:gs>
              <a:gs pos="0">
                <a:schemeClr val="bg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Freeform: Shape 9"/>
          <p:cNvSpPr/>
          <p:nvPr userDrawn="1"/>
        </p:nvSpPr>
        <p:spPr>
          <a:xfrm rot="10800000">
            <a:off x="0" y="0"/>
            <a:ext cx="12192001" cy="6858000"/>
          </a:xfrm>
          <a:custGeom>
            <a:avLst/>
            <a:gdLst>
              <a:gd name="connsiteX0" fmla="*/ 2333173 w 3585029"/>
              <a:gd name="connsiteY0" fmla="*/ 0 h 6858000"/>
              <a:gd name="connsiteX1" fmla="*/ 3585029 w 3585029"/>
              <a:gd name="connsiteY1" fmla="*/ 0 h 6858000"/>
              <a:gd name="connsiteX2" fmla="*/ 1251856 w 3585029"/>
              <a:gd name="connsiteY2" fmla="*/ 6858000 h 6858000"/>
              <a:gd name="connsiteX3" fmla="*/ 0 w 358502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5029" h="6858000">
                <a:moveTo>
                  <a:pt x="2333173" y="0"/>
                </a:moveTo>
                <a:lnTo>
                  <a:pt x="3585029" y="0"/>
                </a:lnTo>
                <a:lnTo>
                  <a:pt x="1251856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20000"/>
                  <a:lumOff val="80000"/>
                </a:schemeClr>
              </a:gs>
              <a:gs pos="0">
                <a:schemeClr val="bg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: Shape 10"/>
          <p:cNvSpPr/>
          <p:nvPr userDrawn="1"/>
        </p:nvSpPr>
        <p:spPr>
          <a:xfrm>
            <a:off x="0" y="820396"/>
            <a:ext cx="6295368" cy="6037603"/>
          </a:xfrm>
          <a:custGeom>
            <a:avLst/>
            <a:gdLst>
              <a:gd name="connsiteX0" fmla="*/ 0 w 6634344"/>
              <a:gd name="connsiteY0" fmla="*/ 0 h 6362700"/>
              <a:gd name="connsiteX1" fmla="*/ 2434781 w 6634344"/>
              <a:gd name="connsiteY1" fmla="*/ 0 h 6362700"/>
              <a:gd name="connsiteX2" fmla="*/ 6283435 w 6634344"/>
              <a:gd name="connsiteY2" fmla="*/ 3848654 h 6362700"/>
              <a:gd name="connsiteX3" fmla="*/ 6283435 w 6634344"/>
              <a:gd name="connsiteY3" fmla="*/ 5542996 h 6362700"/>
              <a:gd name="connsiteX4" fmla="*/ 5463731 w 6634344"/>
              <a:gd name="connsiteY4" fmla="*/ 6362700 h 6362700"/>
              <a:gd name="connsiteX5" fmla="*/ 0 w 6634344"/>
              <a:gd name="connsiteY5" fmla="*/ 6362700 h 636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34344" h="6362700">
                <a:moveTo>
                  <a:pt x="0" y="0"/>
                </a:moveTo>
                <a:lnTo>
                  <a:pt x="2434781" y="0"/>
                </a:lnTo>
                <a:lnTo>
                  <a:pt x="6283435" y="3848654"/>
                </a:lnTo>
                <a:cubicBezTo>
                  <a:pt x="6751314" y="4316533"/>
                  <a:pt x="6751314" y="5075115"/>
                  <a:pt x="6283435" y="5542996"/>
                </a:cubicBezTo>
                <a:lnTo>
                  <a:pt x="5463731" y="6362700"/>
                </a:lnTo>
                <a:lnTo>
                  <a:pt x="0" y="636270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50000"/>
                </a:schemeClr>
              </a:gs>
              <a:gs pos="0">
                <a:srgbClr val="D1D1E1">
                  <a:alpha val="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2"/>
            <a:ext cx="5383244" cy="6857999"/>
          </a:xfrm>
          <a:custGeom>
            <a:avLst/>
            <a:gdLst>
              <a:gd name="connsiteX0" fmla="*/ 0 w 5383244"/>
              <a:gd name="connsiteY0" fmla="*/ 0 h 6857999"/>
              <a:gd name="connsiteX1" fmla="*/ 2316626 w 5383244"/>
              <a:gd name="connsiteY1" fmla="*/ 0 h 6857999"/>
              <a:gd name="connsiteX2" fmla="*/ 5127002 w 5383244"/>
              <a:gd name="connsiteY2" fmla="*/ 2810376 h 6857999"/>
              <a:gd name="connsiteX3" fmla="*/ 5127002 w 5383244"/>
              <a:gd name="connsiteY3" fmla="*/ 4047623 h 6857999"/>
              <a:gd name="connsiteX4" fmla="*/ 2316626 w 5383244"/>
              <a:gd name="connsiteY4" fmla="*/ 6857999 h 6857999"/>
              <a:gd name="connsiteX5" fmla="*/ 0 w 5383244"/>
              <a:gd name="connsiteY5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3244" h="6857999">
                <a:moveTo>
                  <a:pt x="0" y="0"/>
                </a:moveTo>
                <a:lnTo>
                  <a:pt x="2316626" y="0"/>
                </a:lnTo>
                <a:lnTo>
                  <a:pt x="5127002" y="2810376"/>
                </a:lnTo>
                <a:cubicBezTo>
                  <a:pt x="5468658" y="3152032"/>
                  <a:pt x="5468658" y="3705966"/>
                  <a:pt x="5127002" y="4047623"/>
                </a:cubicBezTo>
                <a:lnTo>
                  <a:pt x="2316626" y="6857999"/>
                </a:lnTo>
                <a:lnTo>
                  <a:pt x="0" y="6857999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-19269" y="903923"/>
            <a:ext cx="12212955" cy="0"/>
          </a:xfrm>
          <a:prstGeom prst="line">
            <a:avLst/>
          </a:prstGeom>
          <a:ln w="22225">
            <a:solidFill>
              <a:srgbClr val="023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 userDrawn="1"/>
        </p:nvGrpSpPr>
        <p:grpSpPr>
          <a:xfrm>
            <a:off x="603333" y="300248"/>
            <a:ext cx="828000" cy="360000"/>
            <a:chOff x="611047" y="429347"/>
            <a:chExt cx="859164" cy="553776"/>
          </a:xfrm>
        </p:grpSpPr>
        <p:sp>
          <p:nvSpPr>
            <p:cNvPr id="9" name="箭头: 五边形 50"/>
            <p:cNvSpPr/>
            <p:nvPr/>
          </p:nvSpPr>
          <p:spPr>
            <a:xfrm rot="10800000" flipH="1" flipV="1">
              <a:off x="611047" y="457153"/>
              <a:ext cx="396000" cy="504000"/>
            </a:xfrm>
            <a:prstGeom prst="homePlate">
              <a:avLst/>
            </a:prstGeom>
            <a:noFill/>
            <a:ln w="38100" cap="flat" cmpd="sng" algn="ctr">
              <a:solidFill>
                <a:srgbClr val="023892"/>
              </a:solidFill>
              <a:prstDash val="sysDot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0" name="箭头: 五边形 51"/>
            <p:cNvSpPr/>
            <p:nvPr/>
          </p:nvSpPr>
          <p:spPr>
            <a:xfrm rot="10800000" flipH="1" flipV="1">
              <a:off x="1007048" y="429347"/>
              <a:ext cx="463163" cy="553776"/>
            </a:xfrm>
            <a:prstGeom prst="homePlate">
              <a:avLst/>
            </a:prstGeom>
            <a:solidFill>
              <a:srgbClr val="02389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559560" y="280670"/>
            <a:ext cx="9719945" cy="534670"/>
          </a:xfrm>
        </p:spPr>
        <p:txBody>
          <a:bodyPr/>
          <a:lstStyle>
            <a:lvl1pPr>
              <a:defRPr sz="2800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pic>
        <p:nvPicPr>
          <p:cNvPr id="4" name="图片 3" descr="瑛泰医疗logo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800590" y="206375"/>
            <a:ext cx="2161540" cy="5086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-19269" y="903923"/>
            <a:ext cx="12212955" cy="0"/>
          </a:xfrm>
          <a:prstGeom prst="line">
            <a:avLst/>
          </a:prstGeom>
          <a:ln w="22225">
            <a:solidFill>
              <a:srgbClr val="023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 userDrawn="1"/>
        </p:nvGrpSpPr>
        <p:grpSpPr>
          <a:xfrm>
            <a:off x="603333" y="300248"/>
            <a:ext cx="828000" cy="360000"/>
            <a:chOff x="611047" y="429347"/>
            <a:chExt cx="859164" cy="553776"/>
          </a:xfrm>
        </p:grpSpPr>
        <p:sp>
          <p:nvSpPr>
            <p:cNvPr id="9" name="箭头: 五边形 50"/>
            <p:cNvSpPr/>
            <p:nvPr/>
          </p:nvSpPr>
          <p:spPr>
            <a:xfrm rot="10800000" flipH="1" flipV="1">
              <a:off x="611047" y="457153"/>
              <a:ext cx="396000" cy="504000"/>
            </a:xfrm>
            <a:prstGeom prst="homePlate">
              <a:avLst/>
            </a:prstGeom>
            <a:noFill/>
            <a:ln w="38100" cap="flat" cmpd="sng" algn="ctr">
              <a:solidFill>
                <a:srgbClr val="023892"/>
              </a:solidFill>
              <a:prstDash val="sysDot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0" name="箭头: 五边形 51"/>
            <p:cNvSpPr/>
            <p:nvPr/>
          </p:nvSpPr>
          <p:spPr>
            <a:xfrm rot="10800000" flipH="1" flipV="1">
              <a:off x="1007048" y="429347"/>
              <a:ext cx="463163" cy="553776"/>
            </a:xfrm>
            <a:prstGeom prst="homePlate">
              <a:avLst/>
            </a:prstGeom>
            <a:solidFill>
              <a:srgbClr val="02389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559560" y="280670"/>
            <a:ext cx="9719945" cy="534670"/>
          </a:xfrm>
        </p:spPr>
        <p:txBody>
          <a:bodyPr/>
          <a:lstStyle>
            <a:lvl1pPr>
              <a:defRPr sz="2800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pic>
        <p:nvPicPr>
          <p:cNvPr id="4" name="图片 3" descr="瑛泰医疗logo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800590" y="206375"/>
            <a:ext cx="2161540" cy="5086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>
            <a:off x="603333" y="300248"/>
            <a:ext cx="828000" cy="360000"/>
            <a:chOff x="611047" y="429347"/>
            <a:chExt cx="859164" cy="553776"/>
          </a:xfrm>
        </p:grpSpPr>
        <p:sp>
          <p:nvSpPr>
            <p:cNvPr id="9" name="箭头: 五边形 50"/>
            <p:cNvSpPr/>
            <p:nvPr/>
          </p:nvSpPr>
          <p:spPr>
            <a:xfrm rot="10800000" flipH="1" flipV="1">
              <a:off x="611047" y="457153"/>
              <a:ext cx="396000" cy="504000"/>
            </a:xfrm>
            <a:prstGeom prst="homePlate">
              <a:avLst/>
            </a:prstGeom>
            <a:noFill/>
            <a:ln w="38100" cap="flat" cmpd="sng" algn="ctr">
              <a:solidFill>
                <a:srgbClr val="023892"/>
              </a:solidFill>
              <a:prstDash val="sysDot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0" name="箭头: 五边形 51"/>
            <p:cNvSpPr/>
            <p:nvPr/>
          </p:nvSpPr>
          <p:spPr>
            <a:xfrm rot="10800000" flipH="1" flipV="1">
              <a:off x="1007048" y="429347"/>
              <a:ext cx="463163" cy="553776"/>
            </a:xfrm>
            <a:prstGeom prst="homePlate">
              <a:avLst/>
            </a:prstGeom>
            <a:solidFill>
              <a:srgbClr val="02389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559560" y="280670"/>
            <a:ext cx="9719945" cy="534670"/>
          </a:xfrm>
        </p:spPr>
        <p:txBody>
          <a:bodyPr/>
          <a:lstStyle>
            <a:lvl1pPr>
              <a:defRPr sz="2800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Freeform: Shape 44"/>
          <p:cNvSpPr/>
          <p:nvPr userDrawn="1"/>
        </p:nvSpPr>
        <p:spPr>
          <a:xfrm>
            <a:off x="1" y="3354056"/>
            <a:ext cx="4857898" cy="3503946"/>
          </a:xfrm>
          <a:custGeom>
            <a:avLst/>
            <a:gdLst>
              <a:gd name="connsiteX0" fmla="*/ 1467469 w 3428779"/>
              <a:gd name="connsiteY0" fmla="*/ 0 h 2473139"/>
              <a:gd name="connsiteX1" fmla="*/ 3428779 w 3428779"/>
              <a:gd name="connsiteY1" fmla="*/ 1961310 h 2473139"/>
              <a:gd name="connsiteX2" fmla="*/ 3388932 w 3428779"/>
              <a:gd name="connsiteY2" fmla="*/ 2356583 h 2473139"/>
              <a:gd name="connsiteX3" fmla="*/ 3358963 w 3428779"/>
              <a:gd name="connsiteY3" fmla="*/ 2473139 h 2473139"/>
              <a:gd name="connsiteX4" fmla="*/ 2402767 w 3428779"/>
              <a:gd name="connsiteY4" fmla="*/ 2473139 h 2473139"/>
              <a:gd name="connsiteX5" fmla="*/ 2404968 w 3428779"/>
              <a:gd name="connsiteY5" fmla="*/ 2469516 h 2473139"/>
              <a:gd name="connsiteX6" fmla="*/ 2533650 w 3428779"/>
              <a:gd name="connsiteY6" fmla="*/ 1961310 h 2473139"/>
              <a:gd name="connsiteX7" fmla="*/ 1467469 w 3428779"/>
              <a:gd name="connsiteY7" fmla="*/ 895129 h 2473139"/>
              <a:gd name="connsiteX8" fmla="*/ 401288 w 3428779"/>
              <a:gd name="connsiteY8" fmla="*/ 1961310 h 2473139"/>
              <a:gd name="connsiteX9" fmla="*/ 529970 w 3428779"/>
              <a:gd name="connsiteY9" fmla="*/ 2469516 h 2473139"/>
              <a:gd name="connsiteX10" fmla="*/ 532172 w 3428779"/>
              <a:gd name="connsiteY10" fmla="*/ 2473139 h 2473139"/>
              <a:gd name="connsiteX11" fmla="*/ 0 w 3428779"/>
              <a:gd name="connsiteY11" fmla="*/ 2473139 h 2473139"/>
              <a:gd name="connsiteX12" fmla="*/ 0 w 3428779"/>
              <a:gd name="connsiteY12" fmla="*/ 663151 h 2473139"/>
              <a:gd name="connsiteX13" fmla="*/ 80613 w 3428779"/>
              <a:gd name="connsiteY13" fmla="*/ 574455 h 2473139"/>
              <a:gd name="connsiteX14" fmla="*/ 1467469 w 3428779"/>
              <a:gd name="connsiteY14" fmla="*/ 0 h 2473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428779" h="2473139">
                <a:moveTo>
                  <a:pt x="1467469" y="0"/>
                </a:moveTo>
                <a:cubicBezTo>
                  <a:pt x="2550671" y="0"/>
                  <a:pt x="3428779" y="878108"/>
                  <a:pt x="3428779" y="1961310"/>
                </a:cubicBezTo>
                <a:cubicBezTo>
                  <a:pt x="3428779" y="2096711"/>
                  <a:pt x="3415059" y="2228906"/>
                  <a:pt x="3388932" y="2356583"/>
                </a:cubicBezTo>
                <a:lnTo>
                  <a:pt x="3358963" y="2473139"/>
                </a:lnTo>
                <a:lnTo>
                  <a:pt x="2402767" y="2473139"/>
                </a:lnTo>
                <a:lnTo>
                  <a:pt x="2404968" y="2469516"/>
                </a:lnTo>
                <a:cubicBezTo>
                  <a:pt x="2487034" y="2318445"/>
                  <a:pt x="2533650" y="2145322"/>
                  <a:pt x="2533650" y="1961310"/>
                </a:cubicBezTo>
                <a:cubicBezTo>
                  <a:pt x="2533650" y="1372474"/>
                  <a:pt x="2056305" y="895129"/>
                  <a:pt x="1467469" y="895129"/>
                </a:cubicBezTo>
                <a:cubicBezTo>
                  <a:pt x="878633" y="895129"/>
                  <a:pt x="401288" y="1372474"/>
                  <a:pt x="401288" y="1961310"/>
                </a:cubicBezTo>
                <a:cubicBezTo>
                  <a:pt x="401288" y="2145322"/>
                  <a:pt x="447904" y="2318445"/>
                  <a:pt x="529970" y="2469516"/>
                </a:cubicBezTo>
                <a:lnTo>
                  <a:pt x="532172" y="2473139"/>
                </a:lnTo>
                <a:lnTo>
                  <a:pt x="0" y="2473139"/>
                </a:lnTo>
                <a:lnTo>
                  <a:pt x="0" y="663151"/>
                </a:lnTo>
                <a:lnTo>
                  <a:pt x="80613" y="574455"/>
                </a:lnTo>
                <a:cubicBezTo>
                  <a:pt x="435541" y="219527"/>
                  <a:pt x="925868" y="0"/>
                  <a:pt x="1467469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图片 1" descr="瑛泰医疗logo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800590" y="206375"/>
            <a:ext cx="2161540" cy="5086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 userDrawn="1"/>
        </p:nvSpPr>
        <p:spPr>
          <a:xfrm>
            <a:off x="1305719" y="1047540"/>
            <a:ext cx="2163195" cy="1579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                       版权声明</a:t>
            </a:r>
            <a:br>
              <a:rPr lang="zh-CN" altLang="en-US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zh-CN" altLang="en-US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感谢您下载平台上提供的</a:t>
            </a:r>
            <a:r>
              <a:rPr lang="en-US" altLang="zh-CN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PPT</a:t>
            </a:r>
            <a:r>
              <a:rPr lang="zh-CN" altLang="en-US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作品，为了您和熊猫办公以及原创作者的利益，请勿复制、传播、销售，否则将承担法律责任！熊猫办公将对作品进行维权，按照传播下载次数进行十倍的索取赔偿！</a:t>
            </a:r>
            <a:br>
              <a:rPr lang="en-US" altLang="zh-CN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zh-CN" altLang="en-US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en-US" altLang="zh-CN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lang="zh-CN" altLang="en-US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在熊猫办公出售的</a:t>
            </a:r>
            <a:r>
              <a:rPr lang="en-US" altLang="zh-CN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PPT</a:t>
            </a:r>
            <a:r>
              <a:rPr lang="zh-CN" altLang="en-US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模板是免版税类（</a:t>
            </a:r>
            <a:r>
              <a:rPr lang="en-US" altLang="zh-CN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RF</a:t>
            </a:r>
            <a:r>
              <a:rPr lang="zh-CN" altLang="en-US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Royalty-Free</a:t>
            </a:r>
            <a:r>
              <a:rPr lang="zh-CN" altLang="en-US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）正版受</a:t>
            </a:r>
            <a:r>
              <a:rPr lang="en-US" altLang="zh-CN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《</a:t>
            </a:r>
            <a:r>
              <a:rPr lang="zh-CN" altLang="en-US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中国人民共和国著作法</a:t>
            </a:r>
            <a:r>
              <a:rPr lang="en-US" altLang="zh-CN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》</a:t>
            </a:r>
            <a:r>
              <a:rPr lang="zh-CN" altLang="en-US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altLang="zh-CN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《</a:t>
            </a:r>
            <a:r>
              <a:rPr lang="zh-CN" altLang="en-US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世界版权公约</a:t>
            </a:r>
            <a:r>
              <a:rPr lang="en-US" altLang="zh-CN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》</a:t>
            </a:r>
            <a:r>
              <a:rPr lang="zh-CN" altLang="en-US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的保护，作品的所有权、版权和著作权归熊猫办公所有，您下载的是</a:t>
            </a:r>
            <a:r>
              <a:rPr lang="en-US" altLang="zh-CN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PPT</a:t>
            </a:r>
            <a:r>
              <a:rPr lang="zh-CN" altLang="en-US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模板素材的使用权。</a:t>
            </a:r>
            <a:br>
              <a:rPr lang="zh-CN" altLang="en-US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en-US" altLang="zh-CN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2.</a:t>
            </a:r>
            <a:r>
              <a:rPr lang="zh-CN" altLang="en-US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不得将熊猫办公的</a:t>
            </a:r>
            <a:r>
              <a:rPr lang="en-US" altLang="zh-CN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PPT</a:t>
            </a:r>
            <a:r>
              <a:rPr lang="zh-CN" altLang="en-US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模板、</a:t>
            </a:r>
            <a:r>
              <a:rPr lang="en-US" altLang="zh-CN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PPT</a:t>
            </a:r>
            <a:r>
              <a:rPr lang="zh-CN" altLang="en-US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素材，本身用于再出售，或者出租、出借、转让、分销、发布或者作为礼物供他人使用，不得转授权、出卖、转让本协议或者本协议中的权利。</a:t>
            </a:r>
            <a:br>
              <a:rPr lang="zh-CN" altLang="en-US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endParaRPr lang="zh-CN" altLang="en-US" sz="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08400" y="608400"/>
            <a:ext cx="7071776" cy="705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/>
          <p:cNvSpPr/>
          <p:nvPr userDrawn="1"/>
        </p:nvSpPr>
        <p:spPr>
          <a:xfrm rot="10800000">
            <a:off x="0" y="0"/>
            <a:ext cx="12192001" cy="6858000"/>
          </a:xfrm>
          <a:custGeom>
            <a:avLst/>
            <a:gdLst>
              <a:gd name="connsiteX0" fmla="*/ 2333173 w 3585029"/>
              <a:gd name="connsiteY0" fmla="*/ 0 h 6858000"/>
              <a:gd name="connsiteX1" fmla="*/ 3585029 w 3585029"/>
              <a:gd name="connsiteY1" fmla="*/ 0 h 6858000"/>
              <a:gd name="connsiteX2" fmla="*/ 1251856 w 3585029"/>
              <a:gd name="connsiteY2" fmla="*/ 6858000 h 6858000"/>
              <a:gd name="connsiteX3" fmla="*/ 0 w 358502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5029" h="6858000">
                <a:moveTo>
                  <a:pt x="2333173" y="0"/>
                </a:moveTo>
                <a:lnTo>
                  <a:pt x="3585029" y="0"/>
                </a:lnTo>
                <a:lnTo>
                  <a:pt x="1251856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20000"/>
                  <a:lumOff val="80000"/>
                </a:schemeClr>
              </a:gs>
              <a:gs pos="0">
                <a:schemeClr val="bg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Freeform: Shape 8"/>
          <p:cNvSpPr/>
          <p:nvPr userDrawn="1"/>
        </p:nvSpPr>
        <p:spPr>
          <a:xfrm>
            <a:off x="0" y="0"/>
            <a:ext cx="5896634" cy="6857999"/>
          </a:xfrm>
          <a:custGeom>
            <a:avLst/>
            <a:gdLst>
              <a:gd name="connsiteX0" fmla="*/ 0 w 5896634"/>
              <a:gd name="connsiteY0" fmla="*/ 0 h 6857999"/>
              <a:gd name="connsiteX1" fmla="*/ 3531045 w 5896634"/>
              <a:gd name="connsiteY1" fmla="*/ 0 h 6857999"/>
              <a:gd name="connsiteX2" fmla="*/ 5584000 w 5896634"/>
              <a:gd name="connsiteY2" fmla="*/ 2052956 h 6857999"/>
              <a:gd name="connsiteX3" fmla="*/ 5584000 w 5896634"/>
              <a:gd name="connsiteY3" fmla="*/ 3562487 h 6857999"/>
              <a:gd name="connsiteX4" fmla="*/ 2288488 w 5896634"/>
              <a:gd name="connsiteY4" fmla="*/ 6857999 h 6857999"/>
              <a:gd name="connsiteX5" fmla="*/ 0 w 5896634"/>
              <a:gd name="connsiteY5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96634" h="6857999">
                <a:moveTo>
                  <a:pt x="0" y="0"/>
                </a:moveTo>
                <a:lnTo>
                  <a:pt x="3531045" y="0"/>
                </a:lnTo>
                <a:lnTo>
                  <a:pt x="5584000" y="2052956"/>
                </a:lnTo>
                <a:cubicBezTo>
                  <a:pt x="6000846" y="2469801"/>
                  <a:pt x="6000846" y="3145640"/>
                  <a:pt x="5584000" y="3562487"/>
                </a:cubicBezTo>
                <a:lnTo>
                  <a:pt x="2288488" y="6857999"/>
                </a:lnTo>
                <a:lnTo>
                  <a:pt x="0" y="6857999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20000"/>
                  <a:lumOff val="80000"/>
                </a:schemeClr>
              </a:gs>
              <a:gs pos="0">
                <a:schemeClr val="bg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: Shape 10"/>
          <p:cNvSpPr/>
          <p:nvPr userDrawn="1"/>
        </p:nvSpPr>
        <p:spPr>
          <a:xfrm>
            <a:off x="0" y="847781"/>
            <a:ext cx="6295368" cy="6037603"/>
          </a:xfrm>
          <a:custGeom>
            <a:avLst/>
            <a:gdLst>
              <a:gd name="connsiteX0" fmla="*/ 0 w 6634344"/>
              <a:gd name="connsiteY0" fmla="*/ 0 h 6362700"/>
              <a:gd name="connsiteX1" fmla="*/ 2434781 w 6634344"/>
              <a:gd name="connsiteY1" fmla="*/ 0 h 6362700"/>
              <a:gd name="connsiteX2" fmla="*/ 6283435 w 6634344"/>
              <a:gd name="connsiteY2" fmla="*/ 3848654 h 6362700"/>
              <a:gd name="connsiteX3" fmla="*/ 6283435 w 6634344"/>
              <a:gd name="connsiteY3" fmla="*/ 5542996 h 6362700"/>
              <a:gd name="connsiteX4" fmla="*/ 5463731 w 6634344"/>
              <a:gd name="connsiteY4" fmla="*/ 6362700 h 6362700"/>
              <a:gd name="connsiteX5" fmla="*/ 0 w 6634344"/>
              <a:gd name="connsiteY5" fmla="*/ 6362700 h 636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34344" h="6362700">
                <a:moveTo>
                  <a:pt x="0" y="0"/>
                </a:moveTo>
                <a:lnTo>
                  <a:pt x="2434781" y="0"/>
                </a:lnTo>
                <a:lnTo>
                  <a:pt x="6283435" y="3848654"/>
                </a:lnTo>
                <a:cubicBezTo>
                  <a:pt x="6751314" y="4316533"/>
                  <a:pt x="6751314" y="5075115"/>
                  <a:pt x="6283435" y="5542996"/>
                </a:cubicBezTo>
                <a:lnTo>
                  <a:pt x="5463731" y="6362700"/>
                </a:lnTo>
                <a:lnTo>
                  <a:pt x="0" y="636270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50000"/>
                </a:schemeClr>
              </a:gs>
              <a:gs pos="0">
                <a:srgbClr val="D1D1E1">
                  <a:alpha val="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2"/>
            <a:ext cx="5383244" cy="6857999"/>
          </a:xfrm>
          <a:custGeom>
            <a:avLst/>
            <a:gdLst>
              <a:gd name="connsiteX0" fmla="*/ 0 w 5383244"/>
              <a:gd name="connsiteY0" fmla="*/ 0 h 6857999"/>
              <a:gd name="connsiteX1" fmla="*/ 2316626 w 5383244"/>
              <a:gd name="connsiteY1" fmla="*/ 0 h 6857999"/>
              <a:gd name="connsiteX2" fmla="*/ 5127002 w 5383244"/>
              <a:gd name="connsiteY2" fmla="*/ 2810376 h 6857999"/>
              <a:gd name="connsiteX3" fmla="*/ 5127002 w 5383244"/>
              <a:gd name="connsiteY3" fmla="*/ 4047623 h 6857999"/>
              <a:gd name="connsiteX4" fmla="*/ 2316626 w 5383244"/>
              <a:gd name="connsiteY4" fmla="*/ 6857999 h 6857999"/>
              <a:gd name="connsiteX5" fmla="*/ 0 w 5383244"/>
              <a:gd name="connsiteY5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3244" h="6857999">
                <a:moveTo>
                  <a:pt x="0" y="0"/>
                </a:moveTo>
                <a:lnTo>
                  <a:pt x="2316626" y="0"/>
                </a:lnTo>
                <a:lnTo>
                  <a:pt x="5127002" y="2810376"/>
                </a:lnTo>
                <a:cubicBezTo>
                  <a:pt x="5468658" y="3152032"/>
                  <a:pt x="5468658" y="3705966"/>
                  <a:pt x="5127002" y="4047623"/>
                </a:cubicBezTo>
                <a:lnTo>
                  <a:pt x="2316626" y="6857999"/>
                </a:lnTo>
                <a:lnTo>
                  <a:pt x="0" y="6857999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pic>
        <p:nvPicPr>
          <p:cNvPr id="3" name="图片 2"/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6440" y="116632"/>
            <a:ext cx="2025216" cy="5169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-19269" y="692696"/>
            <a:ext cx="12212955" cy="0"/>
          </a:xfrm>
          <a:prstGeom prst="line">
            <a:avLst/>
          </a:prstGeom>
          <a:ln w="22225">
            <a:solidFill>
              <a:srgbClr val="023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 userDrawn="1"/>
        </p:nvGrpSpPr>
        <p:grpSpPr>
          <a:xfrm>
            <a:off x="335360" y="173354"/>
            <a:ext cx="828000" cy="360000"/>
            <a:chOff x="611047" y="429347"/>
            <a:chExt cx="859164" cy="553776"/>
          </a:xfrm>
        </p:grpSpPr>
        <p:sp>
          <p:nvSpPr>
            <p:cNvPr id="9" name="箭头: 五边形 50"/>
            <p:cNvSpPr/>
            <p:nvPr/>
          </p:nvSpPr>
          <p:spPr>
            <a:xfrm rot="10800000" flipH="1" flipV="1">
              <a:off x="611047" y="457153"/>
              <a:ext cx="396000" cy="504000"/>
            </a:xfrm>
            <a:prstGeom prst="homePlate">
              <a:avLst/>
            </a:prstGeom>
            <a:noFill/>
            <a:ln w="38100" cap="flat" cmpd="sng" algn="ctr">
              <a:solidFill>
                <a:srgbClr val="023892"/>
              </a:solidFill>
              <a:prstDash val="sysDot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0" name="箭头: 五边形 51"/>
            <p:cNvSpPr/>
            <p:nvPr/>
          </p:nvSpPr>
          <p:spPr>
            <a:xfrm rot="10800000" flipH="1" flipV="1">
              <a:off x="1007048" y="429347"/>
              <a:ext cx="463163" cy="553776"/>
            </a:xfrm>
            <a:prstGeom prst="homePlate">
              <a:avLst/>
            </a:prstGeom>
            <a:solidFill>
              <a:srgbClr val="02389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163320" y="107315"/>
            <a:ext cx="7891780" cy="513715"/>
          </a:xfrm>
          <a:prstGeom prst="rect">
            <a:avLst/>
          </a:prstGeom>
        </p:spPr>
        <p:txBody>
          <a:bodyPr/>
          <a:lstStyle>
            <a:lvl1pPr>
              <a:defRPr sz="2500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2C6B6-833A-425A-B128-9F4777276B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24357-E1C1-4FCC-B39C-06F3DFEF69CE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/>
        </p:nvGrpSpPr>
        <p:grpSpPr>
          <a:xfrm rot="16200000" flipH="1" flipV="1">
            <a:off x="-159590" y="159590"/>
            <a:ext cx="1940945" cy="1621765"/>
            <a:chOff x="-6991" y="5262515"/>
            <a:chExt cx="2614611" cy="1590675"/>
          </a:xfrm>
        </p:grpSpPr>
        <p:sp>
          <p:nvSpPr>
            <p:cNvPr id="9" name="矩形 8"/>
            <p:cNvSpPr/>
            <p:nvPr userDrawn="1"/>
          </p:nvSpPr>
          <p:spPr>
            <a:xfrm flipV="1">
              <a:off x="-6991" y="5262515"/>
              <a:ext cx="1000125" cy="1000125"/>
            </a:xfrm>
            <a:prstGeom prst="rect">
              <a:avLst/>
            </a:prstGeom>
            <a:solidFill>
              <a:srgbClr val="0238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/>
            </a:p>
          </p:txBody>
        </p:sp>
        <p:sp>
          <p:nvSpPr>
            <p:cNvPr id="10" name="矩形 9"/>
            <p:cNvSpPr/>
            <p:nvPr userDrawn="1"/>
          </p:nvSpPr>
          <p:spPr>
            <a:xfrm flipV="1">
              <a:off x="-6991" y="6262640"/>
              <a:ext cx="1409700" cy="590550"/>
            </a:xfrm>
            <a:prstGeom prst="rect">
              <a:avLst/>
            </a:prstGeom>
            <a:solidFill>
              <a:srgbClr val="0238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1" name="矩形 10"/>
            <p:cNvSpPr/>
            <p:nvPr userDrawn="1"/>
          </p:nvSpPr>
          <p:spPr>
            <a:xfrm flipV="1">
              <a:off x="993134" y="5853065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2" name="矩形 11"/>
            <p:cNvSpPr/>
            <p:nvPr userDrawn="1"/>
          </p:nvSpPr>
          <p:spPr>
            <a:xfrm flipV="1">
              <a:off x="1402709" y="5853065"/>
              <a:ext cx="409575" cy="409575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3" name="矩形 12"/>
            <p:cNvSpPr/>
            <p:nvPr userDrawn="1"/>
          </p:nvSpPr>
          <p:spPr>
            <a:xfrm flipV="1">
              <a:off x="993134" y="5262515"/>
              <a:ext cx="409575" cy="409575"/>
            </a:xfrm>
            <a:prstGeom prst="rect">
              <a:avLst/>
            </a:prstGeom>
            <a:solidFill>
              <a:srgbClr val="8AB1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4" name="矩形 13"/>
            <p:cNvSpPr/>
            <p:nvPr userDrawn="1"/>
          </p:nvSpPr>
          <p:spPr>
            <a:xfrm flipV="1">
              <a:off x="1643214" y="5262516"/>
              <a:ext cx="759619" cy="759619"/>
            </a:xfrm>
            <a:prstGeom prst="rect">
              <a:avLst/>
            </a:prstGeom>
            <a:solidFill>
              <a:srgbClr val="156389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5" name="矩形 14"/>
            <p:cNvSpPr/>
            <p:nvPr userDrawn="1"/>
          </p:nvSpPr>
          <p:spPr>
            <a:xfrm flipV="1">
              <a:off x="2198045" y="5817348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46527-3A71-4E12-BB3A-41C1EBC23683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D49C-A9F9-4500-9C9E-29B6C020C9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-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E953B087-0078-4A99-94DC-048DB73A3F05}" type="datetimeFigureOut">
              <a:rPr lang="en-US" smtClean="0"/>
            </a:fld>
            <a:endParaRPr lang="en-US"/>
          </a:p>
        </p:txBody>
      </p:sp>
      <p:sp>
        <p:nvSpPr>
          <p:cNvPr id="7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DD7A4AA-009F-41B3-8E90-EC3D1E1965F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-19269" y="903923"/>
            <a:ext cx="12212955" cy="0"/>
          </a:xfrm>
          <a:prstGeom prst="line">
            <a:avLst/>
          </a:prstGeom>
          <a:ln w="22225">
            <a:solidFill>
              <a:srgbClr val="023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 userDrawn="1"/>
        </p:nvGrpSpPr>
        <p:grpSpPr>
          <a:xfrm>
            <a:off x="603333" y="300248"/>
            <a:ext cx="828000" cy="360000"/>
            <a:chOff x="611047" y="429347"/>
            <a:chExt cx="859164" cy="553776"/>
          </a:xfrm>
        </p:grpSpPr>
        <p:sp>
          <p:nvSpPr>
            <p:cNvPr id="9" name="箭头: 五边形 50"/>
            <p:cNvSpPr/>
            <p:nvPr/>
          </p:nvSpPr>
          <p:spPr>
            <a:xfrm rot="10800000" flipH="1" flipV="1">
              <a:off x="611047" y="457153"/>
              <a:ext cx="396000" cy="504000"/>
            </a:xfrm>
            <a:prstGeom prst="homePlate">
              <a:avLst/>
            </a:prstGeom>
            <a:noFill/>
            <a:ln w="38100" cap="flat" cmpd="sng" algn="ctr">
              <a:solidFill>
                <a:srgbClr val="023892"/>
              </a:solidFill>
              <a:prstDash val="sysDot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0" name="箭头: 五边形 51"/>
            <p:cNvSpPr/>
            <p:nvPr/>
          </p:nvSpPr>
          <p:spPr>
            <a:xfrm rot="10800000" flipH="1" flipV="1">
              <a:off x="1007048" y="429347"/>
              <a:ext cx="463163" cy="553776"/>
            </a:xfrm>
            <a:prstGeom prst="homePlate">
              <a:avLst/>
            </a:prstGeom>
            <a:solidFill>
              <a:srgbClr val="02389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559560" y="280670"/>
            <a:ext cx="9719945" cy="534670"/>
          </a:xfrm>
        </p:spPr>
        <p:txBody>
          <a:bodyPr/>
          <a:lstStyle>
            <a:lvl1pPr>
              <a:defRPr sz="2800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pic>
        <p:nvPicPr>
          <p:cNvPr id="4" name="图片 3" descr="瑛泰医疗logo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800590" y="206375"/>
            <a:ext cx="2161540" cy="5086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08400" y="608400"/>
            <a:ext cx="7071776" cy="705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/>
          <p:cNvSpPr/>
          <p:nvPr userDrawn="1"/>
        </p:nvSpPr>
        <p:spPr>
          <a:xfrm rot="10800000">
            <a:off x="0" y="0"/>
            <a:ext cx="12192001" cy="6858000"/>
          </a:xfrm>
          <a:custGeom>
            <a:avLst/>
            <a:gdLst>
              <a:gd name="connsiteX0" fmla="*/ 2333173 w 3585029"/>
              <a:gd name="connsiteY0" fmla="*/ 0 h 6858000"/>
              <a:gd name="connsiteX1" fmla="*/ 3585029 w 3585029"/>
              <a:gd name="connsiteY1" fmla="*/ 0 h 6858000"/>
              <a:gd name="connsiteX2" fmla="*/ 1251856 w 3585029"/>
              <a:gd name="connsiteY2" fmla="*/ 6858000 h 6858000"/>
              <a:gd name="connsiteX3" fmla="*/ 0 w 358502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5029" h="6858000">
                <a:moveTo>
                  <a:pt x="2333173" y="0"/>
                </a:moveTo>
                <a:lnTo>
                  <a:pt x="3585029" y="0"/>
                </a:lnTo>
                <a:lnTo>
                  <a:pt x="1251856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20000"/>
                  <a:lumOff val="80000"/>
                </a:schemeClr>
              </a:gs>
              <a:gs pos="0">
                <a:schemeClr val="bg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Freeform: Shape 8"/>
          <p:cNvSpPr/>
          <p:nvPr userDrawn="1"/>
        </p:nvSpPr>
        <p:spPr>
          <a:xfrm>
            <a:off x="0" y="0"/>
            <a:ext cx="5896634" cy="6857999"/>
          </a:xfrm>
          <a:custGeom>
            <a:avLst/>
            <a:gdLst>
              <a:gd name="connsiteX0" fmla="*/ 0 w 5896634"/>
              <a:gd name="connsiteY0" fmla="*/ 0 h 6857999"/>
              <a:gd name="connsiteX1" fmla="*/ 3531045 w 5896634"/>
              <a:gd name="connsiteY1" fmla="*/ 0 h 6857999"/>
              <a:gd name="connsiteX2" fmla="*/ 5584000 w 5896634"/>
              <a:gd name="connsiteY2" fmla="*/ 2052956 h 6857999"/>
              <a:gd name="connsiteX3" fmla="*/ 5584000 w 5896634"/>
              <a:gd name="connsiteY3" fmla="*/ 3562487 h 6857999"/>
              <a:gd name="connsiteX4" fmla="*/ 2288488 w 5896634"/>
              <a:gd name="connsiteY4" fmla="*/ 6857999 h 6857999"/>
              <a:gd name="connsiteX5" fmla="*/ 0 w 5896634"/>
              <a:gd name="connsiteY5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96634" h="6857999">
                <a:moveTo>
                  <a:pt x="0" y="0"/>
                </a:moveTo>
                <a:lnTo>
                  <a:pt x="3531045" y="0"/>
                </a:lnTo>
                <a:lnTo>
                  <a:pt x="5584000" y="2052956"/>
                </a:lnTo>
                <a:cubicBezTo>
                  <a:pt x="6000846" y="2469801"/>
                  <a:pt x="6000846" y="3145640"/>
                  <a:pt x="5584000" y="3562487"/>
                </a:cubicBezTo>
                <a:lnTo>
                  <a:pt x="2288488" y="6857999"/>
                </a:lnTo>
                <a:lnTo>
                  <a:pt x="0" y="6857999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20000"/>
                  <a:lumOff val="80000"/>
                </a:schemeClr>
              </a:gs>
              <a:gs pos="0">
                <a:schemeClr val="bg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: Shape 10"/>
          <p:cNvSpPr/>
          <p:nvPr userDrawn="1"/>
        </p:nvSpPr>
        <p:spPr>
          <a:xfrm>
            <a:off x="0" y="847781"/>
            <a:ext cx="6295368" cy="6037603"/>
          </a:xfrm>
          <a:custGeom>
            <a:avLst/>
            <a:gdLst>
              <a:gd name="connsiteX0" fmla="*/ 0 w 6634344"/>
              <a:gd name="connsiteY0" fmla="*/ 0 h 6362700"/>
              <a:gd name="connsiteX1" fmla="*/ 2434781 w 6634344"/>
              <a:gd name="connsiteY1" fmla="*/ 0 h 6362700"/>
              <a:gd name="connsiteX2" fmla="*/ 6283435 w 6634344"/>
              <a:gd name="connsiteY2" fmla="*/ 3848654 h 6362700"/>
              <a:gd name="connsiteX3" fmla="*/ 6283435 w 6634344"/>
              <a:gd name="connsiteY3" fmla="*/ 5542996 h 6362700"/>
              <a:gd name="connsiteX4" fmla="*/ 5463731 w 6634344"/>
              <a:gd name="connsiteY4" fmla="*/ 6362700 h 6362700"/>
              <a:gd name="connsiteX5" fmla="*/ 0 w 6634344"/>
              <a:gd name="connsiteY5" fmla="*/ 6362700 h 636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34344" h="6362700">
                <a:moveTo>
                  <a:pt x="0" y="0"/>
                </a:moveTo>
                <a:lnTo>
                  <a:pt x="2434781" y="0"/>
                </a:lnTo>
                <a:lnTo>
                  <a:pt x="6283435" y="3848654"/>
                </a:lnTo>
                <a:cubicBezTo>
                  <a:pt x="6751314" y="4316533"/>
                  <a:pt x="6751314" y="5075115"/>
                  <a:pt x="6283435" y="5542996"/>
                </a:cubicBezTo>
                <a:lnTo>
                  <a:pt x="5463731" y="6362700"/>
                </a:lnTo>
                <a:lnTo>
                  <a:pt x="0" y="636270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50000"/>
                </a:schemeClr>
              </a:gs>
              <a:gs pos="0">
                <a:srgbClr val="D1D1E1">
                  <a:alpha val="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2"/>
            <a:ext cx="5383244" cy="6857999"/>
          </a:xfrm>
          <a:custGeom>
            <a:avLst/>
            <a:gdLst>
              <a:gd name="connsiteX0" fmla="*/ 0 w 5383244"/>
              <a:gd name="connsiteY0" fmla="*/ 0 h 6857999"/>
              <a:gd name="connsiteX1" fmla="*/ 2316626 w 5383244"/>
              <a:gd name="connsiteY1" fmla="*/ 0 h 6857999"/>
              <a:gd name="connsiteX2" fmla="*/ 5127002 w 5383244"/>
              <a:gd name="connsiteY2" fmla="*/ 2810376 h 6857999"/>
              <a:gd name="connsiteX3" fmla="*/ 5127002 w 5383244"/>
              <a:gd name="connsiteY3" fmla="*/ 4047623 h 6857999"/>
              <a:gd name="connsiteX4" fmla="*/ 2316626 w 5383244"/>
              <a:gd name="connsiteY4" fmla="*/ 6857999 h 6857999"/>
              <a:gd name="connsiteX5" fmla="*/ 0 w 5383244"/>
              <a:gd name="connsiteY5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3244" h="6857999">
                <a:moveTo>
                  <a:pt x="0" y="0"/>
                </a:moveTo>
                <a:lnTo>
                  <a:pt x="2316626" y="0"/>
                </a:lnTo>
                <a:lnTo>
                  <a:pt x="5127002" y="2810376"/>
                </a:lnTo>
                <a:cubicBezTo>
                  <a:pt x="5468658" y="3152032"/>
                  <a:pt x="5468658" y="3705966"/>
                  <a:pt x="5127002" y="4047623"/>
                </a:cubicBezTo>
                <a:lnTo>
                  <a:pt x="2316626" y="6857999"/>
                </a:lnTo>
                <a:lnTo>
                  <a:pt x="0" y="6857999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pic>
        <p:nvPicPr>
          <p:cNvPr id="3" name="图片 2"/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6440" y="116632"/>
            <a:ext cx="2025216" cy="5169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-19269" y="692696"/>
            <a:ext cx="12212955" cy="0"/>
          </a:xfrm>
          <a:prstGeom prst="line">
            <a:avLst/>
          </a:prstGeom>
          <a:ln w="22225">
            <a:solidFill>
              <a:srgbClr val="023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 userDrawn="1"/>
        </p:nvGrpSpPr>
        <p:grpSpPr>
          <a:xfrm>
            <a:off x="335360" y="173354"/>
            <a:ext cx="828000" cy="360000"/>
            <a:chOff x="611047" y="429347"/>
            <a:chExt cx="859164" cy="553776"/>
          </a:xfrm>
        </p:grpSpPr>
        <p:sp>
          <p:nvSpPr>
            <p:cNvPr id="9" name="箭头: 五边形 50"/>
            <p:cNvSpPr/>
            <p:nvPr/>
          </p:nvSpPr>
          <p:spPr>
            <a:xfrm rot="10800000" flipH="1" flipV="1">
              <a:off x="611047" y="457153"/>
              <a:ext cx="396000" cy="504000"/>
            </a:xfrm>
            <a:prstGeom prst="homePlate">
              <a:avLst/>
            </a:prstGeom>
            <a:noFill/>
            <a:ln w="38100" cap="flat" cmpd="sng" algn="ctr">
              <a:solidFill>
                <a:srgbClr val="023892"/>
              </a:solidFill>
              <a:prstDash val="sysDot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0" name="箭头: 五边形 51"/>
            <p:cNvSpPr/>
            <p:nvPr/>
          </p:nvSpPr>
          <p:spPr>
            <a:xfrm rot="10800000" flipH="1" flipV="1">
              <a:off x="1007048" y="429347"/>
              <a:ext cx="463163" cy="553776"/>
            </a:xfrm>
            <a:prstGeom prst="homePlate">
              <a:avLst/>
            </a:prstGeom>
            <a:solidFill>
              <a:srgbClr val="02389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163360" y="158026"/>
            <a:ext cx="7891899" cy="534670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2C6B6-833A-425A-B128-9F4777276B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24357-E1C1-4FCC-B39C-06F3DFEF69CE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/>
        </p:nvGrpSpPr>
        <p:grpSpPr>
          <a:xfrm rot="16200000" flipH="1" flipV="1">
            <a:off x="-159590" y="159590"/>
            <a:ext cx="1940945" cy="1621765"/>
            <a:chOff x="-6991" y="5262515"/>
            <a:chExt cx="2614611" cy="1590675"/>
          </a:xfrm>
        </p:grpSpPr>
        <p:sp>
          <p:nvSpPr>
            <p:cNvPr id="9" name="矩形 8"/>
            <p:cNvSpPr/>
            <p:nvPr userDrawn="1"/>
          </p:nvSpPr>
          <p:spPr>
            <a:xfrm flipV="1">
              <a:off x="-6991" y="5262515"/>
              <a:ext cx="1000125" cy="1000125"/>
            </a:xfrm>
            <a:prstGeom prst="rect">
              <a:avLst/>
            </a:prstGeom>
            <a:solidFill>
              <a:srgbClr val="0238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/>
            </a:p>
          </p:txBody>
        </p:sp>
        <p:sp>
          <p:nvSpPr>
            <p:cNvPr id="10" name="矩形 9"/>
            <p:cNvSpPr/>
            <p:nvPr userDrawn="1"/>
          </p:nvSpPr>
          <p:spPr>
            <a:xfrm flipV="1">
              <a:off x="-6991" y="6262640"/>
              <a:ext cx="1409700" cy="590550"/>
            </a:xfrm>
            <a:prstGeom prst="rect">
              <a:avLst/>
            </a:prstGeom>
            <a:solidFill>
              <a:srgbClr val="0238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1" name="矩形 10"/>
            <p:cNvSpPr/>
            <p:nvPr userDrawn="1"/>
          </p:nvSpPr>
          <p:spPr>
            <a:xfrm flipV="1">
              <a:off x="993134" y="5853065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2" name="矩形 11"/>
            <p:cNvSpPr/>
            <p:nvPr userDrawn="1"/>
          </p:nvSpPr>
          <p:spPr>
            <a:xfrm flipV="1">
              <a:off x="1402709" y="5853065"/>
              <a:ext cx="409575" cy="409575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3" name="矩形 12"/>
            <p:cNvSpPr/>
            <p:nvPr userDrawn="1"/>
          </p:nvSpPr>
          <p:spPr>
            <a:xfrm flipV="1">
              <a:off x="993134" y="5262515"/>
              <a:ext cx="409575" cy="409575"/>
            </a:xfrm>
            <a:prstGeom prst="rect">
              <a:avLst/>
            </a:prstGeom>
            <a:solidFill>
              <a:srgbClr val="8AB1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4" name="矩形 13"/>
            <p:cNvSpPr/>
            <p:nvPr userDrawn="1"/>
          </p:nvSpPr>
          <p:spPr>
            <a:xfrm flipV="1">
              <a:off x="1643214" y="5262516"/>
              <a:ext cx="759619" cy="759619"/>
            </a:xfrm>
            <a:prstGeom prst="rect">
              <a:avLst/>
            </a:prstGeom>
            <a:solidFill>
              <a:srgbClr val="156389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5" name="矩形 14"/>
            <p:cNvSpPr/>
            <p:nvPr userDrawn="1"/>
          </p:nvSpPr>
          <p:spPr>
            <a:xfrm flipV="1">
              <a:off x="2198045" y="5817348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15428" y="216535"/>
            <a:ext cx="4662805" cy="601345"/>
          </a:xfrm>
        </p:spPr>
        <p:txBody>
          <a:bodyPr/>
          <a:lstStyle>
            <a:lvl1pPr algn="l">
              <a:lnSpc>
                <a:spcPct val="100000"/>
              </a:lnSpc>
              <a:defRPr>
                <a:solidFill>
                  <a:srgbClr val="02389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2C6B6-833A-425A-B128-9F4777276B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24357-E1C1-4FCC-B39C-06F3DFEF69CE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19269" y="903923"/>
            <a:ext cx="12212955" cy="0"/>
          </a:xfrm>
          <a:prstGeom prst="line">
            <a:avLst/>
          </a:prstGeom>
          <a:ln w="22225">
            <a:solidFill>
              <a:srgbClr val="023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-19269" y="903923"/>
            <a:ext cx="12212955" cy="0"/>
          </a:xfrm>
          <a:prstGeom prst="line">
            <a:avLst/>
          </a:prstGeom>
          <a:ln w="22225">
            <a:solidFill>
              <a:srgbClr val="023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 userDrawn="1"/>
        </p:nvGrpSpPr>
        <p:grpSpPr>
          <a:xfrm>
            <a:off x="603333" y="300248"/>
            <a:ext cx="828000" cy="360000"/>
            <a:chOff x="611047" y="429347"/>
            <a:chExt cx="859164" cy="553776"/>
          </a:xfrm>
        </p:grpSpPr>
        <p:sp>
          <p:nvSpPr>
            <p:cNvPr id="9" name="箭头: 五边形 50"/>
            <p:cNvSpPr/>
            <p:nvPr/>
          </p:nvSpPr>
          <p:spPr>
            <a:xfrm rot="10800000" flipH="1" flipV="1">
              <a:off x="611047" y="457153"/>
              <a:ext cx="396000" cy="504000"/>
            </a:xfrm>
            <a:prstGeom prst="homePlate">
              <a:avLst/>
            </a:prstGeom>
            <a:noFill/>
            <a:ln w="38100" cap="flat" cmpd="sng" algn="ctr">
              <a:solidFill>
                <a:srgbClr val="023892"/>
              </a:solidFill>
              <a:prstDash val="sysDot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0" name="箭头: 五边形 51"/>
            <p:cNvSpPr/>
            <p:nvPr/>
          </p:nvSpPr>
          <p:spPr>
            <a:xfrm rot="10800000" flipH="1" flipV="1">
              <a:off x="1007048" y="429347"/>
              <a:ext cx="463163" cy="553776"/>
            </a:xfrm>
            <a:prstGeom prst="homePlate">
              <a:avLst/>
            </a:prstGeom>
            <a:solidFill>
              <a:srgbClr val="02389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559560" y="280670"/>
            <a:ext cx="9719945" cy="534670"/>
          </a:xfrm>
        </p:spPr>
        <p:txBody>
          <a:bodyPr/>
          <a:lstStyle>
            <a:lvl1pPr>
              <a:defRPr sz="2800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pic>
        <p:nvPicPr>
          <p:cNvPr id="4" name="图片 3" descr="瑛泰医疗logo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221470" y="174625"/>
            <a:ext cx="2741930" cy="6451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 bwMode="auto">
          <a:xfrm>
            <a:off x="207976" y="127000"/>
            <a:ext cx="469950" cy="469900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lnSpc>
                <a:spcPct val="110000"/>
              </a:lnSpc>
            </a:pPr>
            <a:endParaRPr lang="en-US" altLang="zh-CN" sz="3200" b="1" noProof="1">
              <a:solidFill>
                <a:schemeClr val="accent1"/>
              </a:solidFill>
              <a:latin typeface="微软雅黑" panose="020B0503020204020204" charset="-122"/>
            </a:endParaRPr>
          </a:p>
        </p:txBody>
      </p:sp>
      <p:sp>
        <p:nvSpPr>
          <p:cNvPr id="8" name="矩形 7"/>
          <p:cNvSpPr/>
          <p:nvPr userDrawn="1"/>
        </p:nvSpPr>
        <p:spPr bwMode="auto">
          <a:xfrm>
            <a:off x="80963" y="0"/>
            <a:ext cx="469950" cy="469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lnSpc>
                <a:spcPct val="110000"/>
              </a:lnSpc>
            </a:pPr>
            <a:endParaRPr lang="en-US" altLang="zh-CN" sz="3200" b="1" noProof="1">
              <a:solidFill>
                <a:schemeClr val="accent1"/>
              </a:solidFill>
              <a:latin typeface="微软雅黑" panose="020B0503020204020204" charset="-122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0" y="6704013"/>
            <a:ext cx="12192000" cy="1444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lnSpc>
                <a:spcPct val="110000"/>
              </a:lnSpc>
            </a:pPr>
            <a:endParaRPr lang="en-US" altLang="zh-CN" sz="3200" b="1" noProof="1">
              <a:latin typeface="微软雅黑" panose="020B0503020204020204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0" hasCustomPrompt="1"/>
          </p:nvPr>
        </p:nvSpPr>
        <p:spPr>
          <a:xfrm>
            <a:off x="677927" y="127000"/>
            <a:ext cx="3453204" cy="455639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0" indent="0">
              <a:buNone/>
              <a:defRPr lang="zh-CN" altLang="en-US" sz="2000" b="1" dirty="0">
                <a:solidFill>
                  <a:schemeClr val="accent1"/>
                </a:solidFill>
                <a:latin typeface="微软雅黑" panose="020B0503020204020204" charset="-122"/>
              </a:defRPr>
            </a:lvl1pPr>
          </a:lstStyle>
          <a:p>
            <a:pPr lvl="0" algn="dist">
              <a:spcAft>
                <a:spcPct val="0"/>
              </a:spcAft>
            </a:pPr>
            <a:r>
              <a:rPr lang="zh-CN" altLang="en-US" dirty="0"/>
              <a:t>在此输入标题</a:t>
            </a:r>
            <a:endParaRPr lang="zh-CN" altLang="en-US" dirty="0"/>
          </a:p>
        </p:txBody>
      </p:sp>
      <p:sp>
        <p:nvSpPr>
          <p:cNvPr id="12" name="内容占位符 11"/>
          <p:cNvSpPr>
            <a:spLocks noGrp="1"/>
          </p:cNvSpPr>
          <p:nvPr>
            <p:ph sz="quarter" idx="11" hasCustomPrompt="1"/>
          </p:nvPr>
        </p:nvSpPr>
        <p:spPr>
          <a:xfrm>
            <a:off x="10339161" y="70870"/>
            <a:ext cx="1700439" cy="58216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zh-CN" altLang="en-US" dirty="0"/>
              <a:t>在此放置</a:t>
            </a:r>
            <a:r>
              <a:rPr lang="en-US" altLang="zh-CN" dirty="0"/>
              <a:t>logo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46527-3A71-4E12-BB3A-41C1EBC23683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D49C-A9F9-4500-9C9E-29B6C020C9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-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E953B087-0078-4A99-94DC-048DB73A3F05}" type="datetimeFigureOut">
              <a:rPr lang="en-US" smtClean="0"/>
            </a:fld>
            <a:endParaRPr lang="en-US"/>
          </a:p>
        </p:txBody>
      </p:sp>
      <p:sp>
        <p:nvSpPr>
          <p:cNvPr id="7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DD7A4AA-009F-41B3-8E90-EC3D1E1965F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08400" y="608400"/>
            <a:ext cx="7071776" cy="705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/>
          <p:cNvSpPr/>
          <p:nvPr userDrawn="1"/>
        </p:nvSpPr>
        <p:spPr>
          <a:xfrm rot="10800000">
            <a:off x="0" y="0"/>
            <a:ext cx="12192001" cy="6858000"/>
          </a:xfrm>
          <a:custGeom>
            <a:avLst/>
            <a:gdLst>
              <a:gd name="connsiteX0" fmla="*/ 2333173 w 3585029"/>
              <a:gd name="connsiteY0" fmla="*/ 0 h 6858000"/>
              <a:gd name="connsiteX1" fmla="*/ 3585029 w 3585029"/>
              <a:gd name="connsiteY1" fmla="*/ 0 h 6858000"/>
              <a:gd name="connsiteX2" fmla="*/ 1251856 w 3585029"/>
              <a:gd name="connsiteY2" fmla="*/ 6858000 h 6858000"/>
              <a:gd name="connsiteX3" fmla="*/ 0 w 358502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5029" h="6858000">
                <a:moveTo>
                  <a:pt x="2333173" y="0"/>
                </a:moveTo>
                <a:lnTo>
                  <a:pt x="3585029" y="0"/>
                </a:lnTo>
                <a:lnTo>
                  <a:pt x="1251856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20000"/>
                  <a:lumOff val="80000"/>
                </a:schemeClr>
              </a:gs>
              <a:gs pos="0">
                <a:schemeClr val="bg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en-US" sz="1800"/>
          </a:p>
        </p:txBody>
      </p:sp>
      <p:sp>
        <p:nvSpPr>
          <p:cNvPr id="9" name="Freeform: Shape 8"/>
          <p:cNvSpPr/>
          <p:nvPr userDrawn="1"/>
        </p:nvSpPr>
        <p:spPr>
          <a:xfrm>
            <a:off x="0" y="0"/>
            <a:ext cx="5896634" cy="6857999"/>
          </a:xfrm>
          <a:custGeom>
            <a:avLst/>
            <a:gdLst>
              <a:gd name="connsiteX0" fmla="*/ 0 w 5896634"/>
              <a:gd name="connsiteY0" fmla="*/ 0 h 6857999"/>
              <a:gd name="connsiteX1" fmla="*/ 3531045 w 5896634"/>
              <a:gd name="connsiteY1" fmla="*/ 0 h 6857999"/>
              <a:gd name="connsiteX2" fmla="*/ 5584000 w 5896634"/>
              <a:gd name="connsiteY2" fmla="*/ 2052956 h 6857999"/>
              <a:gd name="connsiteX3" fmla="*/ 5584000 w 5896634"/>
              <a:gd name="connsiteY3" fmla="*/ 3562487 h 6857999"/>
              <a:gd name="connsiteX4" fmla="*/ 2288488 w 5896634"/>
              <a:gd name="connsiteY4" fmla="*/ 6857999 h 6857999"/>
              <a:gd name="connsiteX5" fmla="*/ 0 w 5896634"/>
              <a:gd name="connsiteY5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96634" h="6857999">
                <a:moveTo>
                  <a:pt x="0" y="0"/>
                </a:moveTo>
                <a:lnTo>
                  <a:pt x="3531045" y="0"/>
                </a:lnTo>
                <a:lnTo>
                  <a:pt x="5584000" y="2052956"/>
                </a:lnTo>
                <a:cubicBezTo>
                  <a:pt x="6000846" y="2469801"/>
                  <a:pt x="6000846" y="3145640"/>
                  <a:pt x="5584000" y="3562487"/>
                </a:cubicBezTo>
                <a:lnTo>
                  <a:pt x="2288488" y="6857999"/>
                </a:lnTo>
                <a:lnTo>
                  <a:pt x="0" y="6857999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20000"/>
                  <a:lumOff val="80000"/>
                </a:schemeClr>
              </a:gs>
              <a:gs pos="0">
                <a:schemeClr val="bg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en-US" sz="1800"/>
          </a:p>
        </p:txBody>
      </p:sp>
      <p:sp>
        <p:nvSpPr>
          <p:cNvPr id="11" name="Freeform: Shape 10"/>
          <p:cNvSpPr/>
          <p:nvPr userDrawn="1"/>
        </p:nvSpPr>
        <p:spPr>
          <a:xfrm>
            <a:off x="0" y="847781"/>
            <a:ext cx="6295368" cy="6037603"/>
          </a:xfrm>
          <a:custGeom>
            <a:avLst/>
            <a:gdLst>
              <a:gd name="connsiteX0" fmla="*/ 0 w 6634344"/>
              <a:gd name="connsiteY0" fmla="*/ 0 h 6362700"/>
              <a:gd name="connsiteX1" fmla="*/ 2434781 w 6634344"/>
              <a:gd name="connsiteY1" fmla="*/ 0 h 6362700"/>
              <a:gd name="connsiteX2" fmla="*/ 6283435 w 6634344"/>
              <a:gd name="connsiteY2" fmla="*/ 3848654 h 6362700"/>
              <a:gd name="connsiteX3" fmla="*/ 6283435 w 6634344"/>
              <a:gd name="connsiteY3" fmla="*/ 5542996 h 6362700"/>
              <a:gd name="connsiteX4" fmla="*/ 5463731 w 6634344"/>
              <a:gd name="connsiteY4" fmla="*/ 6362700 h 6362700"/>
              <a:gd name="connsiteX5" fmla="*/ 0 w 6634344"/>
              <a:gd name="connsiteY5" fmla="*/ 6362700 h 636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34344" h="6362700">
                <a:moveTo>
                  <a:pt x="0" y="0"/>
                </a:moveTo>
                <a:lnTo>
                  <a:pt x="2434781" y="0"/>
                </a:lnTo>
                <a:lnTo>
                  <a:pt x="6283435" y="3848654"/>
                </a:lnTo>
                <a:cubicBezTo>
                  <a:pt x="6751314" y="4316533"/>
                  <a:pt x="6751314" y="5075115"/>
                  <a:pt x="6283435" y="5542996"/>
                </a:cubicBezTo>
                <a:lnTo>
                  <a:pt x="5463731" y="6362700"/>
                </a:lnTo>
                <a:lnTo>
                  <a:pt x="0" y="636270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50000"/>
                </a:schemeClr>
              </a:gs>
              <a:gs pos="0">
                <a:srgbClr val="D1D1E1">
                  <a:alpha val="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en-US" sz="180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2"/>
            <a:ext cx="5383244" cy="6857999"/>
          </a:xfrm>
          <a:custGeom>
            <a:avLst/>
            <a:gdLst>
              <a:gd name="connsiteX0" fmla="*/ 0 w 5383244"/>
              <a:gd name="connsiteY0" fmla="*/ 0 h 6857999"/>
              <a:gd name="connsiteX1" fmla="*/ 2316626 w 5383244"/>
              <a:gd name="connsiteY1" fmla="*/ 0 h 6857999"/>
              <a:gd name="connsiteX2" fmla="*/ 5127002 w 5383244"/>
              <a:gd name="connsiteY2" fmla="*/ 2810376 h 6857999"/>
              <a:gd name="connsiteX3" fmla="*/ 5127002 w 5383244"/>
              <a:gd name="connsiteY3" fmla="*/ 4047623 h 6857999"/>
              <a:gd name="connsiteX4" fmla="*/ 2316626 w 5383244"/>
              <a:gd name="connsiteY4" fmla="*/ 6857999 h 6857999"/>
              <a:gd name="connsiteX5" fmla="*/ 0 w 5383244"/>
              <a:gd name="connsiteY5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3244" h="6857999">
                <a:moveTo>
                  <a:pt x="0" y="0"/>
                </a:moveTo>
                <a:lnTo>
                  <a:pt x="2316626" y="0"/>
                </a:lnTo>
                <a:lnTo>
                  <a:pt x="5127002" y="2810376"/>
                </a:lnTo>
                <a:cubicBezTo>
                  <a:pt x="5468658" y="3152032"/>
                  <a:pt x="5468658" y="3705966"/>
                  <a:pt x="5127002" y="4047623"/>
                </a:cubicBezTo>
                <a:lnTo>
                  <a:pt x="2316626" y="6857999"/>
                </a:lnTo>
                <a:lnTo>
                  <a:pt x="0" y="6857999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pic>
        <p:nvPicPr>
          <p:cNvPr id="3" name="图片 2"/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6440" y="116632"/>
            <a:ext cx="2025216" cy="5169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-19269" y="692696"/>
            <a:ext cx="12212955" cy="0"/>
          </a:xfrm>
          <a:prstGeom prst="line">
            <a:avLst/>
          </a:prstGeom>
          <a:ln w="22225">
            <a:solidFill>
              <a:srgbClr val="023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 userDrawn="1"/>
        </p:nvGrpSpPr>
        <p:grpSpPr>
          <a:xfrm>
            <a:off x="335360" y="173354"/>
            <a:ext cx="828000" cy="360000"/>
            <a:chOff x="611047" y="429347"/>
            <a:chExt cx="859164" cy="553776"/>
          </a:xfrm>
        </p:grpSpPr>
        <p:sp>
          <p:nvSpPr>
            <p:cNvPr id="9" name="箭头: 五边形 50"/>
            <p:cNvSpPr/>
            <p:nvPr/>
          </p:nvSpPr>
          <p:spPr>
            <a:xfrm rot="10800000" flipH="1" flipV="1">
              <a:off x="611047" y="457153"/>
              <a:ext cx="396000" cy="504000"/>
            </a:xfrm>
            <a:prstGeom prst="homePlate">
              <a:avLst/>
            </a:prstGeom>
            <a:noFill/>
            <a:ln w="38100" cap="flat" cmpd="sng" algn="ctr">
              <a:solidFill>
                <a:srgbClr val="023892"/>
              </a:solidFill>
              <a:prstDash val="sysDot"/>
              <a:miter lim="800000"/>
            </a:ln>
            <a:effectLst/>
          </p:spPr>
          <p:txBody>
            <a:bodyPr rtlCol="0" anchor="ctr"/>
            <a:lstStyle/>
            <a:p>
              <a:pPr algn="ctr" fontAlgn="base"/>
              <a:endParaRPr lang="zh-CN" altLang="en-US" sz="1800">
                <a:latin typeface="Arial" panose="020B0604020202020204" pitchFamily="34" charset="0"/>
                <a:ea typeface="楷体" panose="02010609060101010101" pitchFamily="49" charset="-122"/>
              </a:endParaRPr>
            </a:p>
          </p:txBody>
        </p:sp>
        <p:sp>
          <p:nvSpPr>
            <p:cNvPr id="10" name="箭头: 五边形 51"/>
            <p:cNvSpPr/>
            <p:nvPr/>
          </p:nvSpPr>
          <p:spPr>
            <a:xfrm rot="10800000" flipH="1" flipV="1">
              <a:off x="1007048" y="429347"/>
              <a:ext cx="463163" cy="553776"/>
            </a:xfrm>
            <a:prstGeom prst="homePlate">
              <a:avLst/>
            </a:prstGeom>
            <a:solidFill>
              <a:srgbClr val="02389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 fontAlgn="base"/>
              <a:endParaRPr lang="zh-CN" altLang="en-US" sz="1800">
                <a:latin typeface="Arial" panose="020B0604020202020204" pitchFamily="34" charset="0"/>
                <a:ea typeface="楷体" panose="02010609060101010101" pitchFamily="49" charset="-122"/>
              </a:endParaRPr>
            </a:p>
          </p:txBody>
        </p:sp>
      </p:grp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163320" y="107315"/>
            <a:ext cx="7891780" cy="513715"/>
          </a:xfrm>
          <a:prstGeom prst="rect">
            <a:avLst/>
          </a:prstGeom>
        </p:spPr>
        <p:txBody>
          <a:bodyPr/>
          <a:lstStyle>
            <a:lvl1pPr>
              <a:defRPr sz="2500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2C6B6-833A-425A-B128-9F4777276B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24357-E1C1-4FCC-B39C-06F3DFEF69CE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/>
        </p:nvGrpSpPr>
        <p:grpSpPr>
          <a:xfrm rot="16200000" flipH="1" flipV="1">
            <a:off x="-159590" y="159590"/>
            <a:ext cx="1940945" cy="1621765"/>
            <a:chOff x="-6991" y="5262515"/>
            <a:chExt cx="2614611" cy="1590675"/>
          </a:xfrm>
        </p:grpSpPr>
        <p:sp>
          <p:nvSpPr>
            <p:cNvPr id="9" name="矩形 8"/>
            <p:cNvSpPr/>
            <p:nvPr userDrawn="1"/>
          </p:nvSpPr>
          <p:spPr>
            <a:xfrm flipV="1">
              <a:off x="-6991" y="5262515"/>
              <a:ext cx="1000125" cy="1000125"/>
            </a:xfrm>
            <a:prstGeom prst="rect">
              <a:avLst/>
            </a:prstGeom>
            <a:solidFill>
              <a:srgbClr val="0238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4400" b="1" dirty="0"/>
            </a:p>
          </p:txBody>
        </p:sp>
        <p:sp>
          <p:nvSpPr>
            <p:cNvPr id="10" name="矩形 9"/>
            <p:cNvSpPr/>
            <p:nvPr userDrawn="1"/>
          </p:nvSpPr>
          <p:spPr>
            <a:xfrm flipV="1">
              <a:off x="-6991" y="6262640"/>
              <a:ext cx="1409700" cy="590550"/>
            </a:xfrm>
            <a:prstGeom prst="rect">
              <a:avLst/>
            </a:prstGeom>
            <a:solidFill>
              <a:srgbClr val="0238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800"/>
            </a:p>
          </p:txBody>
        </p:sp>
        <p:sp>
          <p:nvSpPr>
            <p:cNvPr id="11" name="矩形 10"/>
            <p:cNvSpPr/>
            <p:nvPr userDrawn="1"/>
          </p:nvSpPr>
          <p:spPr>
            <a:xfrm flipV="1">
              <a:off x="993134" y="5853065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800"/>
            </a:p>
          </p:txBody>
        </p:sp>
        <p:sp>
          <p:nvSpPr>
            <p:cNvPr id="12" name="矩形 11"/>
            <p:cNvSpPr/>
            <p:nvPr userDrawn="1"/>
          </p:nvSpPr>
          <p:spPr>
            <a:xfrm flipV="1">
              <a:off x="1402709" y="5853065"/>
              <a:ext cx="409575" cy="409575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800"/>
            </a:p>
          </p:txBody>
        </p:sp>
        <p:sp>
          <p:nvSpPr>
            <p:cNvPr id="13" name="矩形 12"/>
            <p:cNvSpPr/>
            <p:nvPr userDrawn="1"/>
          </p:nvSpPr>
          <p:spPr>
            <a:xfrm flipV="1">
              <a:off x="993134" y="5262515"/>
              <a:ext cx="409575" cy="409575"/>
            </a:xfrm>
            <a:prstGeom prst="rect">
              <a:avLst/>
            </a:prstGeom>
            <a:solidFill>
              <a:srgbClr val="8AB1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800"/>
            </a:p>
          </p:txBody>
        </p:sp>
        <p:sp>
          <p:nvSpPr>
            <p:cNvPr id="14" name="矩形 13"/>
            <p:cNvSpPr/>
            <p:nvPr userDrawn="1"/>
          </p:nvSpPr>
          <p:spPr>
            <a:xfrm flipV="1">
              <a:off x="1643214" y="5262516"/>
              <a:ext cx="759619" cy="759619"/>
            </a:xfrm>
            <a:prstGeom prst="rect">
              <a:avLst/>
            </a:prstGeom>
            <a:solidFill>
              <a:srgbClr val="156389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800"/>
            </a:p>
          </p:txBody>
        </p:sp>
        <p:sp>
          <p:nvSpPr>
            <p:cNvPr id="15" name="矩形 14"/>
            <p:cNvSpPr/>
            <p:nvPr userDrawn="1"/>
          </p:nvSpPr>
          <p:spPr>
            <a:xfrm flipV="1">
              <a:off x="2198045" y="5817348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800"/>
            </a:p>
          </p:txBody>
        </p:sp>
      </p:grp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46527-3A71-4E12-BB3A-41C1EBC23683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D49C-A9F9-4500-9C9E-29B6C020C9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-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E953B087-0078-4A99-94DC-048DB73A3F05}" type="datetimeFigureOut">
              <a:rPr lang="en-US" smtClean="0"/>
            </a:fld>
            <a:endParaRPr lang="en-US"/>
          </a:p>
        </p:txBody>
      </p:sp>
      <p:sp>
        <p:nvSpPr>
          <p:cNvPr id="7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DD7A4AA-009F-41B3-8E90-EC3D1E1965F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-19269" y="903923"/>
            <a:ext cx="12212955" cy="0"/>
          </a:xfrm>
          <a:prstGeom prst="line">
            <a:avLst/>
          </a:prstGeom>
          <a:ln w="22225">
            <a:solidFill>
              <a:srgbClr val="023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 userDrawn="1"/>
        </p:nvGrpSpPr>
        <p:grpSpPr>
          <a:xfrm>
            <a:off x="603333" y="300248"/>
            <a:ext cx="828000" cy="360000"/>
            <a:chOff x="611047" y="429347"/>
            <a:chExt cx="859164" cy="553776"/>
          </a:xfrm>
        </p:grpSpPr>
        <p:sp>
          <p:nvSpPr>
            <p:cNvPr id="9" name="箭头: 五边形 50"/>
            <p:cNvSpPr/>
            <p:nvPr/>
          </p:nvSpPr>
          <p:spPr>
            <a:xfrm rot="10800000" flipH="1" flipV="1">
              <a:off x="611047" y="457153"/>
              <a:ext cx="396000" cy="504000"/>
            </a:xfrm>
            <a:prstGeom prst="homePlate">
              <a:avLst/>
            </a:prstGeom>
            <a:noFill/>
            <a:ln w="38100" cap="flat" cmpd="sng" algn="ctr">
              <a:solidFill>
                <a:srgbClr val="023892"/>
              </a:solidFill>
              <a:prstDash val="sysDot"/>
              <a:miter lim="800000"/>
            </a:ln>
            <a:effectLst/>
          </p:spPr>
          <p:txBody>
            <a:bodyPr rtlCol="0" anchor="ctr"/>
            <a:lstStyle/>
            <a:p>
              <a:pPr algn="ctr" fontAlgn="base"/>
              <a:endParaRPr lang="zh-CN" altLang="en-US" sz="1800">
                <a:latin typeface="Arial" panose="020B0604020202020204" pitchFamily="34" charset="0"/>
                <a:ea typeface="楷体" panose="02010609060101010101" pitchFamily="49" charset="-122"/>
              </a:endParaRPr>
            </a:p>
          </p:txBody>
        </p:sp>
        <p:sp>
          <p:nvSpPr>
            <p:cNvPr id="10" name="箭头: 五边形 51"/>
            <p:cNvSpPr/>
            <p:nvPr/>
          </p:nvSpPr>
          <p:spPr>
            <a:xfrm rot="10800000" flipH="1" flipV="1">
              <a:off x="1007048" y="429347"/>
              <a:ext cx="463163" cy="553776"/>
            </a:xfrm>
            <a:prstGeom prst="homePlate">
              <a:avLst/>
            </a:prstGeom>
            <a:solidFill>
              <a:srgbClr val="02389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 fontAlgn="base"/>
              <a:endParaRPr lang="zh-CN" altLang="en-US" sz="1800">
                <a:latin typeface="Arial" panose="020B0604020202020204" pitchFamily="34" charset="0"/>
                <a:ea typeface="楷体" panose="02010609060101010101" pitchFamily="49" charset="-122"/>
              </a:endParaRPr>
            </a:p>
          </p:txBody>
        </p:sp>
      </p:grp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559560" y="280670"/>
            <a:ext cx="9719945" cy="534670"/>
          </a:xfrm>
        </p:spPr>
        <p:txBody>
          <a:bodyPr/>
          <a:lstStyle>
            <a:lvl1pPr>
              <a:defRPr sz="2800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08400" y="608400"/>
            <a:ext cx="7071776" cy="705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/>
          <p:cNvSpPr/>
          <p:nvPr userDrawn="1"/>
        </p:nvSpPr>
        <p:spPr>
          <a:xfrm rot="10800000">
            <a:off x="0" y="0"/>
            <a:ext cx="12192001" cy="6858000"/>
          </a:xfrm>
          <a:custGeom>
            <a:avLst/>
            <a:gdLst>
              <a:gd name="connsiteX0" fmla="*/ 2333173 w 3585029"/>
              <a:gd name="connsiteY0" fmla="*/ 0 h 6858000"/>
              <a:gd name="connsiteX1" fmla="*/ 3585029 w 3585029"/>
              <a:gd name="connsiteY1" fmla="*/ 0 h 6858000"/>
              <a:gd name="connsiteX2" fmla="*/ 1251856 w 3585029"/>
              <a:gd name="connsiteY2" fmla="*/ 6858000 h 6858000"/>
              <a:gd name="connsiteX3" fmla="*/ 0 w 358502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5029" h="6858000">
                <a:moveTo>
                  <a:pt x="2333173" y="0"/>
                </a:moveTo>
                <a:lnTo>
                  <a:pt x="3585029" y="0"/>
                </a:lnTo>
                <a:lnTo>
                  <a:pt x="1251856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20000"/>
                  <a:lumOff val="80000"/>
                </a:schemeClr>
              </a:gs>
              <a:gs pos="0">
                <a:schemeClr val="bg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en-US" sz="1800"/>
          </a:p>
        </p:txBody>
      </p:sp>
      <p:sp>
        <p:nvSpPr>
          <p:cNvPr id="9" name="Freeform: Shape 8"/>
          <p:cNvSpPr/>
          <p:nvPr userDrawn="1"/>
        </p:nvSpPr>
        <p:spPr>
          <a:xfrm>
            <a:off x="0" y="0"/>
            <a:ext cx="5896634" cy="6857999"/>
          </a:xfrm>
          <a:custGeom>
            <a:avLst/>
            <a:gdLst>
              <a:gd name="connsiteX0" fmla="*/ 0 w 5896634"/>
              <a:gd name="connsiteY0" fmla="*/ 0 h 6857999"/>
              <a:gd name="connsiteX1" fmla="*/ 3531045 w 5896634"/>
              <a:gd name="connsiteY1" fmla="*/ 0 h 6857999"/>
              <a:gd name="connsiteX2" fmla="*/ 5584000 w 5896634"/>
              <a:gd name="connsiteY2" fmla="*/ 2052956 h 6857999"/>
              <a:gd name="connsiteX3" fmla="*/ 5584000 w 5896634"/>
              <a:gd name="connsiteY3" fmla="*/ 3562487 h 6857999"/>
              <a:gd name="connsiteX4" fmla="*/ 2288488 w 5896634"/>
              <a:gd name="connsiteY4" fmla="*/ 6857999 h 6857999"/>
              <a:gd name="connsiteX5" fmla="*/ 0 w 5896634"/>
              <a:gd name="connsiteY5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96634" h="6857999">
                <a:moveTo>
                  <a:pt x="0" y="0"/>
                </a:moveTo>
                <a:lnTo>
                  <a:pt x="3531045" y="0"/>
                </a:lnTo>
                <a:lnTo>
                  <a:pt x="5584000" y="2052956"/>
                </a:lnTo>
                <a:cubicBezTo>
                  <a:pt x="6000846" y="2469801"/>
                  <a:pt x="6000846" y="3145640"/>
                  <a:pt x="5584000" y="3562487"/>
                </a:cubicBezTo>
                <a:lnTo>
                  <a:pt x="2288488" y="6857999"/>
                </a:lnTo>
                <a:lnTo>
                  <a:pt x="0" y="6857999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20000"/>
                  <a:lumOff val="80000"/>
                </a:schemeClr>
              </a:gs>
              <a:gs pos="0">
                <a:schemeClr val="bg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en-US" sz="1800"/>
          </a:p>
        </p:txBody>
      </p:sp>
      <p:sp>
        <p:nvSpPr>
          <p:cNvPr id="11" name="Freeform: Shape 10"/>
          <p:cNvSpPr/>
          <p:nvPr userDrawn="1"/>
        </p:nvSpPr>
        <p:spPr>
          <a:xfrm>
            <a:off x="0" y="847781"/>
            <a:ext cx="6295368" cy="6037603"/>
          </a:xfrm>
          <a:custGeom>
            <a:avLst/>
            <a:gdLst>
              <a:gd name="connsiteX0" fmla="*/ 0 w 6634344"/>
              <a:gd name="connsiteY0" fmla="*/ 0 h 6362700"/>
              <a:gd name="connsiteX1" fmla="*/ 2434781 w 6634344"/>
              <a:gd name="connsiteY1" fmla="*/ 0 h 6362700"/>
              <a:gd name="connsiteX2" fmla="*/ 6283435 w 6634344"/>
              <a:gd name="connsiteY2" fmla="*/ 3848654 h 6362700"/>
              <a:gd name="connsiteX3" fmla="*/ 6283435 w 6634344"/>
              <a:gd name="connsiteY3" fmla="*/ 5542996 h 6362700"/>
              <a:gd name="connsiteX4" fmla="*/ 5463731 w 6634344"/>
              <a:gd name="connsiteY4" fmla="*/ 6362700 h 6362700"/>
              <a:gd name="connsiteX5" fmla="*/ 0 w 6634344"/>
              <a:gd name="connsiteY5" fmla="*/ 6362700 h 636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34344" h="6362700">
                <a:moveTo>
                  <a:pt x="0" y="0"/>
                </a:moveTo>
                <a:lnTo>
                  <a:pt x="2434781" y="0"/>
                </a:lnTo>
                <a:lnTo>
                  <a:pt x="6283435" y="3848654"/>
                </a:lnTo>
                <a:cubicBezTo>
                  <a:pt x="6751314" y="4316533"/>
                  <a:pt x="6751314" y="5075115"/>
                  <a:pt x="6283435" y="5542996"/>
                </a:cubicBezTo>
                <a:lnTo>
                  <a:pt x="5463731" y="6362700"/>
                </a:lnTo>
                <a:lnTo>
                  <a:pt x="0" y="636270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50000"/>
                </a:schemeClr>
              </a:gs>
              <a:gs pos="0">
                <a:srgbClr val="D1D1E1">
                  <a:alpha val="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en-US" sz="180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2"/>
            <a:ext cx="5383244" cy="6857999"/>
          </a:xfrm>
          <a:custGeom>
            <a:avLst/>
            <a:gdLst>
              <a:gd name="connsiteX0" fmla="*/ 0 w 5383244"/>
              <a:gd name="connsiteY0" fmla="*/ 0 h 6857999"/>
              <a:gd name="connsiteX1" fmla="*/ 2316626 w 5383244"/>
              <a:gd name="connsiteY1" fmla="*/ 0 h 6857999"/>
              <a:gd name="connsiteX2" fmla="*/ 5127002 w 5383244"/>
              <a:gd name="connsiteY2" fmla="*/ 2810376 h 6857999"/>
              <a:gd name="connsiteX3" fmla="*/ 5127002 w 5383244"/>
              <a:gd name="connsiteY3" fmla="*/ 4047623 h 6857999"/>
              <a:gd name="connsiteX4" fmla="*/ 2316626 w 5383244"/>
              <a:gd name="connsiteY4" fmla="*/ 6857999 h 6857999"/>
              <a:gd name="connsiteX5" fmla="*/ 0 w 5383244"/>
              <a:gd name="connsiteY5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3244" h="6857999">
                <a:moveTo>
                  <a:pt x="0" y="0"/>
                </a:moveTo>
                <a:lnTo>
                  <a:pt x="2316626" y="0"/>
                </a:lnTo>
                <a:lnTo>
                  <a:pt x="5127002" y="2810376"/>
                </a:lnTo>
                <a:cubicBezTo>
                  <a:pt x="5468658" y="3152032"/>
                  <a:pt x="5468658" y="3705966"/>
                  <a:pt x="5127002" y="4047623"/>
                </a:cubicBezTo>
                <a:lnTo>
                  <a:pt x="2316626" y="6857999"/>
                </a:lnTo>
                <a:lnTo>
                  <a:pt x="0" y="6857999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pic>
        <p:nvPicPr>
          <p:cNvPr id="3" name="图片 2"/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6440" y="116632"/>
            <a:ext cx="2025216" cy="5169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-19269" y="692696"/>
            <a:ext cx="12212955" cy="0"/>
          </a:xfrm>
          <a:prstGeom prst="line">
            <a:avLst/>
          </a:prstGeom>
          <a:ln w="22225">
            <a:solidFill>
              <a:srgbClr val="023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 userDrawn="1"/>
        </p:nvGrpSpPr>
        <p:grpSpPr>
          <a:xfrm>
            <a:off x="335360" y="173354"/>
            <a:ext cx="828000" cy="360000"/>
            <a:chOff x="611047" y="429347"/>
            <a:chExt cx="859164" cy="553776"/>
          </a:xfrm>
        </p:grpSpPr>
        <p:sp>
          <p:nvSpPr>
            <p:cNvPr id="9" name="箭头: 五边形 50"/>
            <p:cNvSpPr/>
            <p:nvPr/>
          </p:nvSpPr>
          <p:spPr>
            <a:xfrm rot="10800000" flipH="1" flipV="1">
              <a:off x="611047" y="457153"/>
              <a:ext cx="396000" cy="504000"/>
            </a:xfrm>
            <a:prstGeom prst="homePlate">
              <a:avLst/>
            </a:prstGeom>
            <a:noFill/>
            <a:ln w="38100" cap="flat" cmpd="sng" algn="ctr">
              <a:solidFill>
                <a:srgbClr val="023892"/>
              </a:solidFill>
              <a:prstDash val="sysDot"/>
              <a:miter lim="800000"/>
            </a:ln>
            <a:effectLst/>
          </p:spPr>
          <p:txBody>
            <a:bodyPr rtlCol="0" anchor="ctr"/>
            <a:lstStyle/>
            <a:p>
              <a:pPr algn="ctr" fontAlgn="base"/>
              <a:endParaRPr lang="zh-CN" altLang="en-US" sz="1800">
                <a:latin typeface="Arial" panose="020B0604020202020204" pitchFamily="34" charset="0"/>
                <a:ea typeface="楷体" panose="02010609060101010101" pitchFamily="49" charset="-122"/>
              </a:endParaRPr>
            </a:p>
          </p:txBody>
        </p:sp>
        <p:sp>
          <p:nvSpPr>
            <p:cNvPr id="10" name="箭头: 五边形 51"/>
            <p:cNvSpPr/>
            <p:nvPr/>
          </p:nvSpPr>
          <p:spPr>
            <a:xfrm rot="10800000" flipH="1" flipV="1">
              <a:off x="1007048" y="429347"/>
              <a:ext cx="463163" cy="553776"/>
            </a:xfrm>
            <a:prstGeom prst="homePlate">
              <a:avLst/>
            </a:prstGeom>
            <a:solidFill>
              <a:srgbClr val="02389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 fontAlgn="base"/>
              <a:endParaRPr lang="zh-CN" altLang="en-US" sz="1800">
                <a:latin typeface="Arial" panose="020B0604020202020204" pitchFamily="34" charset="0"/>
                <a:ea typeface="楷体" panose="02010609060101010101" pitchFamily="49" charset="-122"/>
              </a:endParaRPr>
            </a:p>
          </p:txBody>
        </p:sp>
      </p:grp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163360" y="158026"/>
            <a:ext cx="7891899" cy="534670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2C6B6-833A-425A-B128-9F4777276B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24357-E1C1-4FCC-B39C-06F3DFEF69CE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/>
        </p:nvGrpSpPr>
        <p:grpSpPr>
          <a:xfrm rot="16200000" flipH="1" flipV="1">
            <a:off x="-159590" y="159590"/>
            <a:ext cx="1940945" cy="1621765"/>
            <a:chOff x="-6991" y="5262515"/>
            <a:chExt cx="2614611" cy="1590675"/>
          </a:xfrm>
        </p:grpSpPr>
        <p:sp>
          <p:nvSpPr>
            <p:cNvPr id="9" name="矩形 8"/>
            <p:cNvSpPr/>
            <p:nvPr userDrawn="1"/>
          </p:nvSpPr>
          <p:spPr>
            <a:xfrm flipV="1">
              <a:off x="-6991" y="5262515"/>
              <a:ext cx="1000125" cy="1000125"/>
            </a:xfrm>
            <a:prstGeom prst="rect">
              <a:avLst/>
            </a:prstGeom>
            <a:solidFill>
              <a:srgbClr val="0238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4400" b="1" dirty="0"/>
            </a:p>
          </p:txBody>
        </p:sp>
        <p:sp>
          <p:nvSpPr>
            <p:cNvPr id="10" name="矩形 9"/>
            <p:cNvSpPr/>
            <p:nvPr userDrawn="1"/>
          </p:nvSpPr>
          <p:spPr>
            <a:xfrm flipV="1">
              <a:off x="-6991" y="6262640"/>
              <a:ext cx="1409700" cy="590550"/>
            </a:xfrm>
            <a:prstGeom prst="rect">
              <a:avLst/>
            </a:prstGeom>
            <a:solidFill>
              <a:srgbClr val="0238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800"/>
            </a:p>
          </p:txBody>
        </p:sp>
        <p:sp>
          <p:nvSpPr>
            <p:cNvPr id="11" name="矩形 10"/>
            <p:cNvSpPr/>
            <p:nvPr userDrawn="1"/>
          </p:nvSpPr>
          <p:spPr>
            <a:xfrm flipV="1">
              <a:off x="993134" y="5853065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800"/>
            </a:p>
          </p:txBody>
        </p:sp>
        <p:sp>
          <p:nvSpPr>
            <p:cNvPr id="12" name="矩形 11"/>
            <p:cNvSpPr/>
            <p:nvPr userDrawn="1"/>
          </p:nvSpPr>
          <p:spPr>
            <a:xfrm flipV="1">
              <a:off x="1402709" y="5853065"/>
              <a:ext cx="409575" cy="409575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800"/>
            </a:p>
          </p:txBody>
        </p:sp>
        <p:sp>
          <p:nvSpPr>
            <p:cNvPr id="13" name="矩形 12"/>
            <p:cNvSpPr/>
            <p:nvPr userDrawn="1"/>
          </p:nvSpPr>
          <p:spPr>
            <a:xfrm flipV="1">
              <a:off x="993134" y="5262515"/>
              <a:ext cx="409575" cy="409575"/>
            </a:xfrm>
            <a:prstGeom prst="rect">
              <a:avLst/>
            </a:prstGeom>
            <a:solidFill>
              <a:srgbClr val="8AB1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800"/>
            </a:p>
          </p:txBody>
        </p:sp>
        <p:sp>
          <p:nvSpPr>
            <p:cNvPr id="14" name="矩形 13"/>
            <p:cNvSpPr/>
            <p:nvPr userDrawn="1"/>
          </p:nvSpPr>
          <p:spPr>
            <a:xfrm flipV="1">
              <a:off x="1643214" y="5262516"/>
              <a:ext cx="759619" cy="759619"/>
            </a:xfrm>
            <a:prstGeom prst="rect">
              <a:avLst/>
            </a:prstGeom>
            <a:solidFill>
              <a:srgbClr val="156389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800"/>
            </a:p>
          </p:txBody>
        </p:sp>
        <p:sp>
          <p:nvSpPr>
            <p:cNvPr id="15" name="矩形 14"/>
            <p:cNvSpPr/>
            <p:nvPr userDrawn="1"/>
          </p:nvSpPr>
          <p:spPr>
            <a:xfrm flipV="1">
              <a:off x="2198045" y="5817348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800"/>
            </a:p>
          </p:txBody>
        </p:sp>
      </p:grp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15428" y="216535"/>
            <a:ext cx="4662805" cy="601345"/>
          </a:xfrm>
        </p:spPr>
        <p:txBody>
          <a:bodyPr/>
          <a:lstStyle>
            <a:lvl1pPr algn="l">
              <a:lnSpc>
                <a:spcPct val="100000"/>
              </a:lnSpc>
              <a:defRPr>
                <a:solidFill>
                  <a:srgbClr val="02389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2C6B6-833A-425A-B128-9F4777276B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24357-E1C1-4FCC-B39C-06F3DFEF69CE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19269" y="903923"/>
            <a:ext cx="12212955" cy="0"/>
          </a:xfrm>
          <a:prstGeom prst="line">
            <a:avLst/>
          </a:prstGeom>
          <a:ln w="22225">
            <a:solidFill>
              <a:srgbClr val="023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-19269" y="903923"/>
            <a:ext cx="12212955" cy="0"/>
          </a:xfrm>
          <a:prstGeom prst="line">
            <a:avLst/>
          </a:prstGeom>
          <a:ln w="22225">
            <a:solidFill>
              <a:srgbClr val="023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 userDrawn="1"/>
        </p:nvGrpSpPr>
        <p:grpSpPr>
          <a:xfrm>
            <a:off x="603333" y="300248"/>
            <a:ext cx="828000" cy="360000"/>
            <a:chOff x="611047" y="429347"/>
            <a:chExt cx="859164" cy="553776"/>
          </a:xfrm>
        </p:grpSpPr>
        <p:sp>
          <p:nvSpPr>
            <p:cNvPr id="9" name="箭头: 五边形 50"/>
            <p:cNvSpPr/>
            <p:nvPr/>
          </p:nvSpPr>
          <p:spPr>
            <a:xfrm rot="10800000" flipH="1" flipV="1">
              <a:off x="611047" y="457153"/>
              <a:ext cx="396000" cy="504000"/>
            </a:xfrm>
            <a:prstGeom prst="homePlate">
              <a:avLst/>
            </a:prstGeom>
            <a:noFill/>
            <a:ln w="38100" cap="flat" cmpd="sng" algn="ctr">
              <a:solidFill>
                <a:srgbClr val="023892"/>
              </a:solidFill>
              <a:prstDash val="sysDot"/>
              <a:miter lim="800000"/>
            </a:ln>
            <a:effectLst/>
          </p:spPr>
          <p:txBody>
            <a:bodyPr rtlCol="0" anchor="ctr"/>
            <a:lstStyle/>
            <a:p>
              <a:pPr algn="ctr" fontAlgn="base"/>
              <a:endParaRPr lang="zh-CN" altLang="en-US" sz="1800">
                <a:latin typeface="Arial" panose="020B0604020202020204" pitchFamily="34" charset="0"/>
                <a:ea typeface="楷体" panose="02010609060101010101" pitchFamily="49" charset="-122"/>
              </a:endParaRPr>
            </a:p>
          </p:txBody>
        </p:sp>
        <p:sp>
          <p:nvSpPr>
            <p:cNvPr id="10" name="箭头: 五边形 51"/>
            <p:cNvSpPr/>
            <p:nvPr/>
          </p:nvSpPr>
          <p:spPr>
            <a:xfrm rot="10800000" flipH="1" flipV="1">
              <a:off x="1007048" y="429347"/>
              <a:ext cx="463163" cy="553776"/>
            </a:xfrm>
            <a:prstGeom prst="homePlate">
              <a:avLst/>
            </a:prstGeom>
            <a:solidFill>
              <a:srgbClr val="02389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 fontAlgn="base"/>
              <a:endParaRPr lang="zh-CN" altLang="en-US" sz="1800">
                <a:latin typeface="Arial" panose="020B0604020202020204" pitchFamily="34" charset="0"/>
                <a:ea typeface="楷体" panose="02010609060101010101" pitchFamily="49" charset="-122"/>
              </a:endParaRPr>
            </a:p>
          </p:txBody>
        </p:sp>
      </p:grp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559560" y="280670"/>
            <a:ext cx="9719945" cy="534670"/>
          </a:xfrm>
        </p:spPr>
        <p:txBody>
          <a:bodyPr/>
          <a:lstStyle>
            <a:lvl1pPr>
              <a:defRPr sz="2800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pic>
        <p:nvPicPr>
          <p:cNvPr id="4" name="图片 3" descr="瑛泰医疗logo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221470" y="174625"/>
            <a:ext cx="2741930" cy="6451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 bwMode="auto">
          <a:xfrm>
            <a:off x="207976" y="127000"/>
            <a:ext cx="469950" cy="469900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lnSpc>
                <a:spcPct val="110000"/>
              </a:lnSpc>
            </a:pPr>
            <a:endParaRPr lang="en-US" altLang="zh-CN" sz="3200" b="1" noProof="1">
              <a:solidFill>
                <a:schemeClr val="accent1"/>
              </a:solidFill>
              <a:latin typeface="微软雅黑" panose="020B0503020204020204" charset="-122"/>
            </a:endParaRPr>
          </a:p>
        </p:txBody>
      </p:sp>
      <p:sp>
        <p:nvSpPr>
          <p:cNvPr id="8" name="矩形 7"/>
          <p:cNvSpPr/>
          <p:nvPr userDrawn="1"/>
        </p:nvSpPr>
        <p:spPr bwMode="auto">
          <a:xfrm>
            <a:off x="80963" y="0"/>
            <a:ext cx="469950" cy="469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lnSpc>
                <a:spcPct val="110000"/>
              </a:lnSpc>
            </a:pPr>
            <a:endParaRPr lang="en-US" altLang="zh-CN" sz="3200" b="1" noProof="1">
              <a:solidFill>
                <a:schemeClr val="accent1"/>
              </a:solidFill>
              <a:latin typeface="微软雅黑" panose="020B0503020204020204" charset="-122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0" y="6704013"/>
            <a:ext cx="12192000" cy="1444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lnSpc>
                <a:spcPct val="110000"/>
              </a:lnSpc>
            </a:pPr>
            <a:endParaRPr lang="en-US" altLang="zh-CN" sz="3200" b="1" noProof="1">
              <a:latin typeface="微软雅黑" panose="020B0503020204020204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0" hasCustomPrompt="1"/>
          </p:nvPr>
        </p:nvSpPr>
        <p:spPr>
          <a:xfrm>
            <a:off x="677927" y="127000"/>
            <a:ext cx="3453204" cy="455639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0" indent="0">
              <a:buNone/>
              <a:defRPr lang="zh-CN" altLang="en-US" sz="2000" b="1" dirty="0">
                <a:solidFill>
                  <a:schemeClr val="accent1"/>
                </a:solidFill>
                <a:latin typeface="微软雅黑" panose="020B0503020204020204" charset="-122"/>
              </a:defRPr>
            </a:lvl1pPr>
          </a:lstStyle>
          <a:p>
            <a:pPr lvl="0" algn="dist">
              <a:spcAft>
                <a:spcPct val="0"/>
              </a:spcAft>
            </a:pPr>
            <a:r>
              <a:rPr lang="zh-CN" altLang="en-US" dirty="0"/>
              <a:t>在此输入标题</a:t>
            </a:r>
            <a:endParaRPr lang="zh-CN" altLang="en-US" dirty="0"/>
          </a:p>
        </p:txBody>
      </p:sp>
      <p:sp>
        <p:nvSpPr>
          <p:cNvPr id="12" name="内容占位符 11"/>
          <p:cNvSpPr>
            <a:spLocks noGrp="1"/>
          </p:cNvSpPr>
          <p:nvPr>
            <p:ph sz="quarter" idx="11" hasCustomPrompt="1"/>
          </p:nvPr>
        </p:nvSpPr>
        <p:spPr>
          <a:xfrm>
            <a:off x="10339161" y="70870"/>
            <a:ext cx="1700439" cy="58216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zh-CN" altLang="en-US" dirty="0"/>
              <a:t>在此放置</a:t>
            </a:r>
            <a:r>
              <a:rPr lang="en-US" altLang="zh-CN" dirty="0"/>
              <a:t>logo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46527-3A71-4E12-BB3A-41C1EBC23683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D49C-A9F9-4500-9C9E-29B6C020C9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-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E953B087-0078-4A99-94DC-048DB73A3F05}" type="datetimeFigureOut">
              <a:rPr lang="en-US" smtClean="0"/>
            </a:fld>
            <a:endParaRPr lang="en-US"/>
          </a:p>
        </p:txBody>
      </p:sp>
      <p:sp>
        <p:nvSpPr>
          <p:cNvPr id="7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DD7A4AA-009F-41B3-8E90-EC3D1E1965F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-19269" y="903923"/>
            <a:ext cx="12212955" cy="0"/>
          </a:xfrm>
          <a:prstGeom prst="line">
            <a:avLst/>
          </a:prstGeom>
          <a:ln w="22225">
            <a:solidFill>
              <a:srgbClr val="023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 userDrawn="1"/>
        </p:nvGrpSpPr>
        <p:grpSpPr>
          <a:xfrm>
            <a:off x="603333" y="300248"/>
            <a:ext cx="828000" cy="360000"/>
            <a:chOff x="611047" y="429347"/>
            <a:chExt cx="859164" cy="553776"/>
          </a:xfrm>
        </p:grpSpPr>
        <p:sp>
          <p:nvSpPr>
            <p:cNvPr id="9" name="箭头: 五边形 50"/>
            <p:cNvSpPr/>
            <p:nvPr/>
          </p:nvSpPr>
          <p:spPr>
            <a:xfrm rot="10800000" flipH="1" flipV="1">
              <a:off x="611047" y="457153"/>
              <a:ext cx="396000" cy="504000"/>
            </a:xfrm>
            <a:prstGeom prst="homePlate">
              <a:avLst/>
            </a:prstGeom>
            <a:noFill/>
            <a:ln w="38100" cap="flat" cmpd="sng" algn="ctr">
              <a:solidFill>
                <a:srgbClr val="023892"/>
              </a:solidFill>
              <a:prstDash val="sysDot"/>
              <a:miter lim="800000"/>
            </a:ln>
            <a:effectLst/>
          </p:spPr>
          <p:txBody>
            <a:bodyPr rtlCol="0" anchor="ctr"/>
            <a:lstStyle/>
            <a:p>
              <a:pPr algn="ctr" fontAlgn="auto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0" name="箭头: 五边形 51"/>
            <p:cNvSpPr/>
            <p:nvPr/>
          </p:nvSpPr>
          <p:spPr>
            <a:xfrm rot="10800000" flipH="1" flipV="1">
              <a:off x="1007048" y="429347"/>
              <a:ext cx="463163" cy="553776"/>
            </a:xfrm>
            <a:prstGeom prst="homePlate">
              <a:avLst/>
            </a:prstGeom>
            <a:solidFill>
              <a:srgbClr val="02389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 fontAlgn="auto"/>
              <a:endParaRPr lang="zh-CN" altLang="en-US" sz="1800">
                <a:latin typeface="+mn-lt"/>
                <a:ea typeface="+mn-ea"/>
              </a:endParaRPr>
            </a:p>
          </p:txBody>
        </p:sp>
      </p:grp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559560" y="280670"/>
            <a:ext cx="9719945" cy="534670"/>
          </a:xfrm>
        </p:spPr>
        <p:txBody>
          <a:bodyPr/>
          <a:lstStyle>
            <a:lvl1pPr>
              <a:defRPr sz="2800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pic>
        <p:nvPicPr>
          <p:cNvPr id="4" name="图片 3" descr="瑛泰医疗logo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800590" y="206375"/>
            <a:ext cx="2161540" cy="5086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>
            <a:off x="603333" y="300248"/>
            <a:ext cx="828000" cy="360000"/>
            <a:chOff x="611047" y="429347"/>
            <a:chExt cx="859164" cy="553776"/>
          </a:xfrm>
        </p:grpSpPr>
        <p:sp>
          <p:nvSpPr>
            <p:cNvPr id="9" name="箭头: 五边形 50"/>
            <p:cNvSpPr/>
            <p:nvPr/>
          </p:nvSpPr>
          <p:spPr>
            <a:xfrm rot="10800000" flipH="1" flipV="1">
              <a:off x="611047" y="457153"/>
              <a:ext cx="396000" cy="504000"/>
            </a:xfrm>
            <a:prstGeom prst="homePlate">
              <a:avLst/>
            </a:prstGeom>
            <a:noFill/>
            <a:ln w="38100" cap="flat" cmpd="sng" algn="ctr">
              <a:solidFill>
                <a:srgbClr val="023892"/>
              </a:solidFill>
              <a:prstDash val="sysDot"/>
              <a:miter lim="800000"/>
            </a:ln>
            <a:effectLst/>
          </p:spPr>
          <p:txBody>
            <a:bodyPr rtlCol="0" anchor="ctr"/>
            <a:lstStyle/>
            <a:p>
              <a:pPr algn="ctr" fontAlgn="auto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0" name="箭头: 五边形 51"/>
            <p:cNvSpPr/>
            <p:nvPr/>
          </p:nvSpPr>
          <p:spPr>
            <a:xfrm rot="10800000" flipH="1" flipV="1">
              <a:off x="1007048" y="429347"/>
              <a:ext cx="463163" cy="553776"/>
            </a:xfrm>
            <a:prstGeom prst="homePlate">
              <a:avLst/>
            </a:prstGeom>
            <a:solidFill>
              <a:srgbClr val="02389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 fontAlgn="auto"/>
              <a:endParaRPr lang="zh-CN" altLang="en-US" sz="1800">
                <a:latin typeface="+mn-lt"/>
                <a:ea typeface="+mn-ea"/>
              </a:endParaRPr>
            </a:p>
          </p:txBody>
        </p:sp>
      </p:grp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559560" y="280670"/>
            <a:ext cx="9719945" cy="534670"/>
          </a:xfrm>
        </p:spPr>
        <p:txBody>
          <a:bodyPr/>
          <a:lstStyle>
            <a:lvl1pPr>
              <a:defRPr sz="2800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Freeform: Shape 44"/>
          <p:cNvSpPr/>
          <p:nvPr userDrawn="1"/>
        </p:nvSpPr>
        <p:spPr>
          <a:xfrm>
            <a:off x="1" y="3354056"/>
            <a:ext cx="4857898" cy="3503946"/>
          </a:xfrm>
          <a:custGeom>
            <a:avLst/>
            <a:gdLst>
              <a:gd name="connsiteX0" fmla="*/ 1467469 w 3428779"/>
              <a:gd name="connsiteY0" fmla="*/ 0 h 2473139"/>
              <a:gd name="connsiteX1" fmla="*/ 3428779 w 3428779"/>
              <a:gd name="connsiteY1" fmla="*/ 1961310 h 2473139"/>
              <a:gd name="connsiteX2" fmla="*/ 3388932 w 3428779"/>
              <a:gd name="connsiteY2" fmla="*/ 2356583 h 2473139"/>
              <a:gd name="connsiteX3" fmla="*/ 3358963 w 3428779"/>
              <a:gd name="connsiteY3" fmla="*/ 2473139 h 2473139"/>
              <a:gd name="connsiteX4" fmla="*/ 2402767 w 3428779"/>
              <a:gd name="connsiteY4" fmla="*/ 2473139 h 2473139"/>
              <a:gd name="connsiteX5" fmla="*/ 2404968 w 3428779"/>
              <a:gd name="connsiteY5" fmla="*/ 2469516 h 2473139"/>
              <a:gd name="connsiteX6" fmla="*/ 2533650 w 3428779"/>
              <a:gd name="connsiteY6" fmla="*/ 1961310 h 2473139"/>
              <a:gd name="connsiteX7" fmla="*/ 1467469 w 3428779"/>
              <a:gd name="connsiteY7" fmla="*/ 895129 h 2473139"/>
              <a:gd name="connsiteX8" fmla="*/ 401288 w 3428779"/>
              <a:gd name="connsiteY8" fmla="*/ 1961310 h 2473139"/>
              <a:gd name="connsiteX9" fmla="*/ 529970 w 3428779"/>
              <a:gd name="connsiteY9" fmla="*/ 2469516 h 2473139"/>
              <a:gd name="connsiteX10" fmla="*/ 532172 w 3428779"/>
              <a:gd name="connsiteY10" fmla="*/ 2473139 h 2473139"/>
              <a:gd name="connsiteX11" fmla="*/ 0 w 3428779"/>
              <a:gd name="connsiteY11" fmla="*/ 2473139 h 2473139"/>
              <a:gd name="connsiteX12" fmla="*/ 0 w 3428779"/>
              <a:gd name="connsiteY12" fmla="*/ 663151 h 2473139"/>
              <a:gd name="connsiteX13" fmla="*/ 80613 w 3428779"/>
              <a:gd name="connsiteY13" fmla="*/ 574455 h 2473139"/>
              <a:gd name="connsiteX14" fmla="*/ 1467469 w 3428779"/>
              <a:gd name="connsiteY14" fmla="*/ 0 h 2473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428779" h="2473139">
                <a:moveTo>
                  <a:pt x="1467469" y="0"/>
                </a:moveTo>
                <a:cubicBezTo>
                  <a:pt x="2550671" y="0"/>
                  <a:pt x="3428779" y="878108"/>
                  <a:pt x="3428779" y="1961310"/>
                </a:cubicBezTo>
                <a:cubicBezTo>
                  <a:pt x="3428779" y="2096711"/>
                  <a:pt x="3415059" y="2228906"/>
                  <a:pt x="3388932" y="2356583"/>
                </a:cubicBezTo>
                <a:lnTo>
                  <a:pt x="3358963" y="2473139"/>
                </a:lnTo>
                <a:lnTo>
                  <a:pt x="2402767" y="2473139"/>
                </a:lnTo>
                <a:lnTo>
                  <a:pt x="2404968" y="2469516"/>
                </a:lnTo>
                <a:cubicBezTo>
                  <a:pt x="2487034" y="2318445"/>
                  <a:pt x="2533650" y="2145322"/>
                  <a:pt x="2533650" y="1961310"/>
                </a:cubicBezTo>
                <a:cubicBezTo>
                  <a:pt x="2533650" y="1372474"/>
                  <a:pt x="2056305" y="895129"/>
                  <a:pt x="1467469" y="895129"/>
                </a:cubicBezTo>
                <a:cubicBezTo>
                  <a:pt x="878633" y="895129"/>
                  <a:pt x="401288" y="1372474"/>
                  <a:pt x="401288" y="1961310"/>
                </a:cubicBezTo>
                <a:cubicBezTo>
                  <a:pt x="401288" y="2145322"/>
                  <a:pt x="447904" y="2318445"/>
                  <a:pt x="529970" y="2469516"/>
                </a:cubicBezTo>
                <a:lnTo>
                  <a:pt x="532172" y="2473139"/>
                </a:lnTo>
                <a:lnTo>
                  <a:pt x="0" y="2473139"/>
                </a:lnTo>
                <a:lnTo>
                  <a:pt x="0" y="663151"/>
                </a:lnTo>
                <a:lnTo>
                  <a:pt x="80613" y="574455"/>
                </a:lnTo>
                <a:cubicBezTo>
                  <a:pt x="435541" y="219527"/>
                  <a:pt x="925868" y="0"/>
                  <a:pt x="1467469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en-US" sz="1800"/>
          </a:p>
        </p:txBody>
      </p:sp>
      <p:pic>
        <p:nvPicPr>
          <p:cNvPr id="2" name="图片 1" descr="瑛泰医疗logo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800590" y="206375"/>
            <a:ext cx="2161540" cy="5086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 userDrawn="1"/>
        </p:nvSpPr>
        <p:spPr>
          <a:xfrm>
            <a:off x="1305719" y="1047540"/>
            <a:ext cx="2163195" cy="1579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ct val="150000"/>
              </a:lnSpc>
            </a:pPr>
            <a:r>
              <a:rPr lang="zh-CN" altLang="en-US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                       版权声明</a:t>
            </a:r>
            <a:br>
              <a:rPr lang="zh-CN" altLang="en-US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zh-CN" altLang="en-US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感谢您下载平台上提供的</a:t>
            </a:r>
            <a:r>
              <a:rPr lang="en-US" altLang="zh-CN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PPT</a:t>
            </a:r>
            <a:r>
              <a:rPr lang="zh-CN" altLang="en-US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作品，为了您和熊猫办公以及原创作者的利益，请勿复制、传播、销售，否则将承担法律责任！熊猫办公将对作品进行维权，按照传播下载次数进行十倍的索取赔偿！</a:t>
            </a:r>
            <a:br>
              <a:rPr lang="en-US" altLang="zh-CN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zh-CN" altLang="en-US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en-US" altLang="zh-CN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lang="zh-CN" altLang="en-US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在熊猫办公出售的</a:t>
            </a:r>
            <a:r>
              <a:rPr lang="en-US" altLang="zh-CN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PPT</a:t>
            </a:r>
            <a:r>
              <a:rPr lang="zh-CN" altLang="en-US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模板是免版税类（</a:t>
            </a:r>
            <a:r>
              <a:rPr lang="en-US" altLang="zh-CN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RF</a:t>
            </a:r>
            <a:r>
              <a:rPr lang="zh-CN" altLang="en-US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Royalty-Free</a:t>
            </a:r>
            <a:r>
              <a:rPr lang="zh-CN" altLang="en-US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）正版受</a:t>
            </a:r>
            <a:r>
              <a:rPr lang="en-US" altLang="zh-CN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《</a:t>
            </a:r>
            <a:r>
              <a:rPr lang="zh-CN" altLang="en-US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中国人民共和国著作法</a:t>
            </a:r>
            <a:r>
              <a:rPr lang="en-US" altLang="zh-CN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》</a:t>
            </a:r>
            <a:r>
              <a:rPr lang="zh-CN" altLang="en-US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altLang="zh-CN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《</a:t>
            </a:r>
            <a:r>
              <a:rPr lang="zh-CN" altLang="en-US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世界版权公约</a:t>
            </a:r>
            <a:r>
              <a:rPr lang="en-US" altLang="zh-CN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》</a:t>
            </a:r>
            <a:r>
              <a:rPr lang="zh-CN" altLang="en-US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的保护，作品的所有权、版权和著作权归熊猫办公所有，您下载的是</a:t>
            </a:r>
            <a:r>
              <a:rPr lang="en-US" altLang="zh-CN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PPT</a:t>
            </a:r>
            <a:r>
              <a:rPr lang="zh-CN" altLang="en-US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模板素材的使用权。</a:t>
            </a:r>
            <a:br>
              <a:rPr lang="zh-CN" altLang="en-US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en-US" altLang="zh-CN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2.</a:t>
            </a:r>
            <a:r>
              <a:rPr lang="zh-CN" altLang="en-US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不得将熊猫办公的</a:t>
            </a:r>
            <a:r>
              <a:rPr lang="en-US" altLang="zh-CN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PPT</a:t>
            </a:r>
            <a:r>
              <a:rPr lang="zh-CN" altLang="en-US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模板、</a:t>
            </a:r>
            <a:r>
              <a:rPr lang="en-US" altLang="zh-CN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PPT</a:t>
            </a:r>
            <a:r>
              <a:rPr lang="zh-CN" altLang="en-US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素材，本身用于再出售，或者出租、出借、转让、分销、发布或者作为礼物供他人使用，不得转授权、出卖、转让本协议或者本协议中的权利。</a:t>
            </a:r>
            <a:br>
              <a:rPr lang="zh-CN" altLang="en-US" sz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endParaRPr lang="zh-CN" altLang="en-US" sz="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4" Type="http://schemas.openxmlformats.org/officeDocument/2006/relationships/theme" Target="../theme/theme2.xml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.xml"/><Relationship Id="rId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22.xml"/></Relationships>
</file>

<file path=ppt/slideMasters/_rels/slideMaster4.xml.rels><?xml version="1.0" encoding="UTF-8" standalone="yes"?>
<Relationships xmlns="http://schemas.openxmlformats.org/package/2006/relationships"><Relationship Id="rId6" Type="http://schemas.openxmlformats.org/officeDocument/2006/relationships/theme" Target="../theme/theme4.xml"/><Relationship Id="rId5" Type="http://schemas.openxmlformats.org/officeDocument/2006/relationships/image" Target="../media/image3.jpeg"/><Relationship Id="rId4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4.xml"/><Relationship Id="rId8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7.xml"/><Relationship Id="rId19" Type="http://schemas.openxmlformats.org/officeDocument/2006/relationships/theme" Target="../theme/theme5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36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0.xml"/><Relationship Id="rId17" Type="http://schemas.openxmlformats.org/officeDocument/2006/relationships/theme" Target="../theme/theme6.xml"/><Relationship Id="rId16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8.xml"/><Relationship Id="rId1" Type="http://schemas.openxmlformats.org/officeDocument/2006/relationships/slideLayout" Target="../slideLayouts/slideLayout49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3.xml"/><Relationship Id="rId8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6.xml"/><Relationship Id="rId16" Type="http://schemas.openxmlformats.org/officeDocument/2006/relationships/theme" Target="../theme/theme7.xml"/><Relationship Id="rId15" Type="http://schemas.openxmlformats.org/officeDocument/2006/relationships/image" Target="../media/image4.png"/><Relationship Id="rId14" Type="http://schemas.openxmlformats.org/officeDocument/2006/relationships/tags" Target="../tags/tag80.xml"/><Relationship Id="rId13" Type="http://schemas.openxmlformats.org/officeDocument/2006/relationships/tags" Target="../tags/tag79.xml"/><Relationship Id="rId12" Type="http://schemas.openxmlformats.org/officeDocument/2006/relationships/tags" Target="../tags/tag78.xml"/><Relationship Id="rId11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4.xml"/><Relationship Id="rId1" Type="http://schemas.openxmlformats.org/officeDocument/2006/relationships/slideLayout" Target="../slideLayouts/slideLayout65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4.xml"/><Relationship Id="rId8" Type="http://schemas.openxmlformats.org/officeDocument/2006/relationships/slideLayout" Target="../slideLayouts/slideLayout83.xml"/><Relationship Id="rId7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1.xml"/><Relationship Id="rId5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9.xml"/><Relationship Id="rId3" Type="http://schemas.openxmlformats.org/officeDocument/2006/relationships/slideLayout" Target="../slideLayouts/slideLayout78.xml"/><Relationship Id="rId2" Type="http://schemas.openxmlformats.org/officeDocument/2006/relationships/slideLayout" Target="../slideLayouts/slideLayout77.xml"/><Relationship Id="rId18" Type="http://schemas.openxmlformats.org/officeDocument/2006/relationships/theme" Target="../theme/theme8.xml"/><Relationship Id="rId17" Type="http://schemas.openxmlformats.org/officeDocument/2006/relationships/image" Target="../media/image4.png"/><Relationship Id="rId16" Type="http://schemas.openxmlformats.org/officeDocument/2006/relationships/tags" Target="../tags/tag96.xml"/><Relationship Id="rId15" Type="http://schemas.openxmlformats.org/officeDocument/2006/relationships/tags" Target="../tags/tag95.xml"/><Relationship Id="rId14" Type="http://schemas.openxmlformats.org/officeDocument/2006/relationships/tags" Target="../tags/tag94.xml"/><Relationship Id="rId13" Type="http://schemas.openxmlformats.org/officeDocument/2006/relationships/slideLayout" Target="../slideLayouts/slideLayout88.xml"/><Relationship Id="rId12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85.xml"/><Relationship Id="rId1" Type="http://schemas.openxmlformats.org/officeDocument/2006/relationships/slideLayout" Target="../slideLayouts/slideLayout76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7.xml"/><Relationship Id="rId8" Type="http://schemas.openxmlformats.org/officeDocument/2006/relationships/slideLayout" Target="../slideLayouts/slideLayout96.xml"/><Relationship Id="rId7" Type="http://schemas.openxmlformats.org/officeDocument/2006/relationships/slideLayout" Target="../slideLayouts/slideLayout95.xml"/><Relationship Id="rId6" Type="http://schemas.openxmlformats.org/officeDocument/2006/relationships/slideLayout" Target="../slideLayouts/slideLayout94.xml"/><Relationship Id="rId5" Type="http://schemas.openxmlformats.org/officeDocument/2006/relationships/slideLayout" Target="../slideLayouts/slideLayout93.xml"/><Relationship Id="rId4" Type="http://schemas.openxmlformats.org/officeDocument/2006/relationships/slideLayout" Target="../slideLayouts/slideLayout92.xml"/><Relationship Id="rId3" Type="http://schemas.openxmlformats.org/officeDocument/2006/relationships/slideLayout" Target="../slideLayouts/slideLayout91.xml"/><Relationship Id="rId2" Type="http://schemas.openxmlformats.org/officeDocument/2006/relationships/slideLayout" Target="../slideLayouts/slideLayout90.xml"/><Relationship Id="rId16" Type="http://schemas.openxmlformats.org/officeDocument/2006/relationships/theme" Target="../theme/theme9.xml"/><Relationship Id="rId15" Type="http://schemas.openxmlformats.org/officeDocument/2006/relationships/image" Target="../media/image4.png"/><Relationship Id="rId14" Type="http://schemas.openxmlformats.org/officeDocument/2006/relationships/tags" Target="../tags/tag111.xml"/><Relationship Id="rId13" Type="http://schemas.openxmlformats.org/officeDocument/2006/relationships/tags" Target="../tags/tag110.xml"/><Relationship Id="rId12" Type="http://schemas.openxmlformats.org/officeDocument/2006/relationships/tags" Target="../tags/tag109.xml"/><Relationship Id="rId11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98.xml"/><Relationship Id="rId1" Type="http://schemas.openxmlformats.org/officeDocument/2006/relationships/slideLayout" Target="../slideLayouts/slideLayout89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8.xml"/><Relationship Id="rId8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101.xml"/><Relationship Id="rId18" Type="http://schemas.openxmlformats.org/officeDocument/2006/relationships/theme" Target="../theme/theme10.xml"/><Relationship Id="rId17" Type="http://schemas.openxmlformats.org/officeDocument/2006/relationships/image" Target="../media/image4.png"/><Relationship Id="rId16" Type="http://schemas.openxmlformats.org/officeDocument/2006/relationships/tags" Target="../tags/tag127.xml"/><Relationship Id="rId15" Type="http://schemas.openxmlformats.org/officeDocument/2006/relationships/tags" Target="../tags/tag126.xml"/><Relationship Id="rId14" Type="http://schemas.openxmlformats.org/officeDocument/2006/relationships/tags" Target="../tags/tag125.xml"/><Relationship Id="rId13" Type="http://schemas.openxmlformats.org/officeDocument/2006/relationships/slideLayout" Target="../slideLayouts/slideLayout112.xml"/><Relationship Id="rId12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109.xml"/><Relationship Id="rId1" Type="http://schemas.openxmlformats.org/officeDocument/2006/relationships/slideLayout" Target="../slideLayouts/slideLayout100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1.xml"/><Relationship Id="rId8" Type="http://schemas.openxmlformats.org/officeDocument/2006/relationships/slideLayout" Target="../slideLayouts/slideLayout120.xml"/><Relationship Id="rId7" Type="http://schemas.openxmlformats.org/officeDocument/2006/relationships/slideLayout" Target="../slideLayouts/slideLayout119.xml"/><Relationship Id="rId6" Type="http://schemas.openxmlformats.org/officeDocument/2006/relationships/slideLayout" Target="../slideLayouts/slideLayout118.xml"/><Relationship Id="rId5" Type="http://schemas.openxmlformats.org/officeDocument/2006/relationships/slideLayout" Target="../slideLayouts/slideLayout117.xml"/><Relationship Id="rId4" Type="http://schemas.openxmlformats.org/officeDocument/2006/relationships/slideLayout" Target="../slideLayouts/slideLayout116.xml"/><Relationship Id="rId3" Type="http://schemas.openxmlformats.org/officeDocument/2006/relationships/slideLayout" Target="../slideLayouts/slideLayout115.xml"/><Relationship Id="rId2" Type="http://schemas.openxmlformats.org/officeDocument/2006/relationships/slideLayout" Target="../slideLayouts/slideLayout114.xml"/><Relationship Id="rId17" Type="http://schemas.openxmlformats.org/officeDocument/2006/relationships/theme" Target="../theme/theme11.xml"/><Relationship Id="rId16" Type="http://schemas.openxmlformats.org/officeDocument/2006/relationships/slideLayout" Target="../slideLayouts/slideLayout128.xml"/><Relationship Id="rId15" Type="http://schemas.openxmlformats.org/officeDocument/2006/relationships/slideLayout" Target="../slideLayouts/slideLayout127.xml"/><Relationship Id="rId14" Type="http://schemas.openxmlformats.org/officeDocument/2006/relationships/slideLayout" Target="../slideLayouts/slideLayout126.xml"/><Relationship Id="rId13" Type="http://schemas.openxmlformats.org/officeDocument/2006/relationships/slideLayout" Target="../slideLayouts/slideLayout125.xml"/><Relationship Id="rId12" Type="http://schemas.openxmlformats.org/officeDocument/2006/relationships/slideLayout" Target="../slideLayouts/slideLayout124.xml"/><Relationship Id="rId11" Type="http://schemas.openxmlformats.org/officeDocument/2006/relationships/slideLayout" Target="../slideLayouts/slideLayout123.xml"/><Relationship Id="rId10" Type="http://schemas.openxmlformats.org/officeDocument/2006/relationships/slideLayout" Target="../slideLayouts/slideLayout122.xml"/><Relationship Id="rId1" Type="http://schemas.openxmlformats.org/officeDocument/2006/relationships/slideLayout" Target="../slideLayouts/slideLayout1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1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1" descr="双标志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657167" y="161925"/>
            <a:ext cx="3390900" cy="4953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8" name="直接连接符 7"/>
          <p:cNvCxnSpPr/>
          <p:nvPr/>
        </p:nvCxnSpPr>
        <p:spPr>
          <a:xfrm>
            <a:off x="389467" y="871538"/>
            <a:ext cx="11468100" cy="1588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075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17145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171450"/>
            <a:r>
              <a:rPr lang="zh-CN" altLang="en-US" dirty="0"/>
              <a:t>第二级</a:t>
            </a:r>
            <a:endParaRPr lang="zh-CN" altLang="en-US" dirty="0"/>
          </a:p>
          <a:p>
            <a:pPr lvl="2" indent="-171450"/>
            <a:r>
              <a:rPr lang="zh-CN" altLang="en-US" dirty="0"/>
              <a:t>第三级</a:t>
            </a:r>
            <a:endParaRPr lang="zh-CN" altLang="en-US" dirty="0"/>
          </a:p>
          <a:p>
            <a:pPr lvl="3" indent="-171450"/>
            <a:r>
              <a:rPr lang="zh-CN" altLang="en-US" dirty="0"/>
              <a:t>第四级</a:t>
            </a:r>
            <a:endParaRPr lang="zh-CN" altLang="en-US" dirty="0"/>
          </a:p>
          <a:p>
            <a:pPr lvl="4" indent="-17145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buFont typeface="Arial" panose="020B0604020202020204" pitchFamily="34" charset="0"/>
              <a:buNone/>
              <a:defRPr sz="9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buFont typeface="Arial" panose="020B0604020202020204" pitchFamily="34" charset="0"/>
              <a:buNone/>
              <a:defRPr sz="9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900" noProof="1" dirty="0">
                <a:solidFill>
                  <a:srgbClr val="898989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2664CB8-6EEA-4AE9-83B6-B563DB9F32D7}" type="slidenum">
              <a:rPr kumimoji="0" lang="zh-CN" altLang="en-US" sz="900" b="0" i="0" u="none" strike="noStrike" kern="1200" cap="none" spc="0" normalizeH="0" baseline="0" noProof="1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</p:sldLayoutIdLst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</p:sldLayoutIdLst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  <p:hf sldNum="0" hdr="0" ftr="0" dt="0"/>
  <p:txStyles>
    <p:titleStyle>
      <a:lvl1pPr algn="ctr" defTabSz="1219200" rtl="0" eaLnBrk="0" fontAlgn="base" hangingPunct="0">
        <a:spcBef>
          <a:spcPct val="0"/>
        </a:spcBef>
        <a:spcAft>
          <a:spcPct val="0"/>
        </a:spcAft>
        <a:defRPr sz="58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1219200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panose="020F0502020204030204" pitchFamily="34" charset="0"/>
        </a:defRPr>
      </a:lvl2pPr>
      <a:lvl3pPr algn="ctr" defTabSz="1219200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panose="020F0502020204030204" pitchFamily="34" charset="0"/>
        </a:defRPr>
      </a:lvl3pPr>
      <a:lvl4pPr algn="ctr" defTabSz="1219200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panose="020F0502020204030204" pitchFamily="34" charset="0"/>
        </a:defRPr>
      </a:lvl4pPr>
      <a:lvl5pPr algn="ctr" defTabSz="1219200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1219200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1219200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1219200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1219200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457200" indent="-457200" algn="l" defTabSz="1219200" rtl="0" eaLnBrk="0" fontAlgn="base" hangingPunct="0">
        <a:spcBef>
          <a:spcPts val="125"/>
        </a:spcBef>
        <a:spcAft>
          <a:spcPct val="0"/>
        </a:spcAft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0" fontAlgn="base" hangingPunct="0">
        <a:spcBef>
          <a:spcPts val="125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0" fontAlgn="base" hangingPunct="0">
        <a:spcBef>
          <a:spcPts val="125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0" fontAlgn="base" hangingPunct="0">
        <a:spcBef>
          <a:spcPts val="125"/>
        </a:spcBef>
        <a:spcAft>
          <a:spcPct val="0"/>
        </a:spcAft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0" fontAlgn="base" hangingPunct="0">
        <a:spcBef>
          <a:spcPts val="125"/>
        </a:spcBef>
        <a:spcAft>
          <a:spcPct val="0"/>
        </a:spcAft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</p:sldLayoutIdLst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43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31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45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025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71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2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4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3" name="图片 2"/>
          <p:cNvPicPr/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6440" y="116632"/>
            <a:ext cx="2025216" cy="5169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3" name="图片 2"/>
          <p:cNvPicPr/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6440" y="116632"/>
            <a:ext cx="2025216" cy="5169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2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4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3" name="图片 2"/>
          <p:cNvPicPr/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6440" y="116632"/>
            <a:ext cx="2025216" cy="5169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3" name="图片 2"/>
          <p:cNvPicPr/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6440" y="116632"/>
            <a:ext cx="2025216" cy="5169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  <p:sldLayoutId id="2147483783" r:id="rId13"/>
    <p:sldLayoutId id="2147483784" r:id="rId14"/>
    <p:sldLayoutId id="2147483785" r:id="rId15"/>
    <p:sldLayoutId id="2147483786" r:id="rId16"/>
  </p:sldLayoutIdLst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43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31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45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025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71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7.xml"/><Relationship Id="rId3" Type="http://schemas.openxmlformats.org/officeDocument/2006/relationships/image" Target="../media/image4.png"/><Relationship Id="rId2" Type="http://schemas.openxmlformats.org/officeDocument/2006/relationships/tags" Target="../tags/tag130.xml"/><Relationship Id="rId1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38.xml"/><Relationship Id="rId8" Type="http://schemas.openxmlformats.org/officeDocument/2006/relationships/tags" Target="../tags/tag137.xml"/><Relationship Id="rId7" Type="http://schemas.openxmlformats.org/officeDocument/2006/relationships/tags" Target="../tags/tag136.xml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" Type="http://schemas.openxmlformats.org/officeDocument/2006/relationships/image" Target="../media/image4.png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5" Type="http://schemas.openxmlformats.org/officeDocument/2006/relationships/slideLayout" Target="../slideLayouts/slideLayout43.xml"/><Relationship Id="rId14" Type="http://schemas.openxmlformats.org/officeDocument/2006/relationships/tags" Target="../tags/tag143.xml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tags" Target="../tags/tag13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3.xml"/><Relationship Id="rId2" Type="http://schemas.openxmlformats.org/officeDocument/2006/relationships/image" Target="../media/image4.png"/><Relationship Id="rId1" Type="http://schemas.openxmlformats.org/officeDocument/2006/relationships/tags" Target="../tags/tag14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60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4.xml"/><Relationship Id="rId4" Type="http://schemas.openxmlformats.org/officeDocument/2006/relationships/tags" Target="../tags/tag148.xml"/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" Type="http://schemas.openxmlformats.org/officeDocument/2006/relationships/tags" Target="../tags/tag1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5"/>
          <p:cNvSpPr/>
          <p:nvPr/>
        </p:nvSpPr>
        <p:spPr>
          <a:xfrm>
            <a:off x="-82550" y="1"/>
            <a:ext cx="5383244" cy="6858000"/>
          </a:xfrm>
          <a:custGeom>
            <a:avLst/>
            <a:gdLst>
              <a:gd name="connsiteX0" fmla="*/ 0 w 5383244"/>
              <a:gd name="connsiteY0" fmla="*/ 0 h 6858000"/>
              <a:gd name="connsiteX1" fmla="*/ 2316626 w 5383244"/>
              <a:gd name="connsiteY1" fmla="*/ 0 h 6858000"/>
              <a:gd name="connsiteX2" fmla="*/ 5127002 w 5383244"/>
              <a:gd name="connsiteY2" fmla="*/ 2810376 h 6858000"/>
              <a:gd name="connsiteX3" fmla="*/ 5127002 w 5383244"/>
              <a:gd name="connsiteY3" fmla="*/ 4047623 h 6858000"/>
              <a:gd name="connsiteX4" fmla="*/ 2316625 w 5383244"/>
              <a:gd name="connsiteY4" fmla="*/ 6858000 h 6858000"/>
              <a:gd name="connsiteX5" fmla="*/ 0 w 5383244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3244" h="6858000">
                <a:moveTo>
                  <a:pt x="0" y="0"/>
                </a:moveTo>
                <a:lnTo>
                  <a:pt x="2316626" y="0"/>
                </a:lnTo>
                <a:lnTo>
                  <a:pt x="5127002" y="2810376"/>
                </a:lnTo>
                <a:cubicBezTo>
                  <a:pt x="5468658" y="3152032"/>
                  <a:pt x="5468658" y="3705966"/>
                  <a:pt x="5127002" y="4047623"/>
                </a:cubicBezTo>
                <a:lnTo>
                  <a:pt x="2316625" y="6858000"/>
                </a:lnTo>
                <a:lnTo>
                  <a:pt x="0" y="685800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+mn-cs"/>
            </a:endParaRPr>
          </a:p>
        </p:txBody>
      </p:sp>
      <p:sp>
        <p:nvSpPr>
          <p:cNvPr id="6" name="Freeform: Shape 5"/>
          <p:cNvSpPr/>
          <p:nvPr/>
        </p:nvSpPr>
        <p:spPr>
          <a:xfrm>
            <a:off x="-82550" y="1"/>
            <a:ext cx="5383244" cy="6858000"/>
          </a:xfrm>
          <a:custGeom>
            <a:avLst/>
            <a:gdLst>
              <a:gd name="connsiteX0" fmla="*/ 0 w 5383244"/>
              <a:gd name="connsiteY0" fmla="*/ 0 h 6858000"/>
              <a:gd name="connsiteX1" fmla="*/ 2316626 w 5383244"/>
              <a:gd name="connsiteY1" fmla="*/ 0 h 6858000"/>
              <a:gd name="connsiteX2" fmla="*/ 5127002 w 5383244"/>
              <a:gd name="connsiteY2" fmla="*/ 2810376 h 6858000"/>
              <a:gd name="connsiteX3" fmla="*/ 5127002 w 5383244"/>
              <a:gd name="connsiteY3" fmla="*/ 4047623 h 6858000"/>
              <a:gd name="connsiteX4" fmla="*/ 2316625 w 5383244"/>
              <a:gd name="connsiteY4" fmla="*/ 6858000 h 6858000"/>
              <a:gd name="connsiteX5" fmla="*/ 0 w 5383244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3244" h="6858000">
                <a:moveTo>
                  <a:pt x="0" y="0"/>
                </a:moveTo>
                <a:lnTo>
                  <a:pt x="2316626" y="0"/>
                </a:lnTo>
                <a:lnTo>
                  <a:pt x="5127002" y="2810376"/>
                </a:lnTo>
                <a:cubicBezTo>
                  <a:pt x="5468658" y="3152032"/>
                  <a:pt x="5468658" y="3705966"/>
                  <a:pt x="5127002" y="4047623"/>
                </a:cubicBezTo>
                <a:lnTo>
                  <a:pt x="231662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84000">
                <a:srgbClr val="0E36B3">
                  <a:alpha val="19000"/>
                </a:srgbClr>
              </a:gs>
              <a:gs pos="0">
                <a:schemeClr val="tx2">
                  <a:lumMod val="50000"/>
                  <a:lumOff val="50000"/>
                  <a:alpha val="68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087888" y="2492896"/>
            <a:ext cx="7042785" cy="1610933"/>
            <a:chOff x="8752" y="4043"/>
            <a:chExt cx="11091" cy="2537"/>
          </a:xfrm>
        </p:grpSpPr>
        <p:sp>
          <p:nvSpPr>
            <p:cNvPr id="14" name="TextBox 13"/>
            <p:cNvSpPr txBox="1"/>
            <p:nvPr/>
          </p:nvSpPr>
          <p:spPr>
            <a:xfrm>
              <a:off x="8752" y="4043"/>
              <a:ext cx="11091" cy="16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600" b="1" i="0" spc="600" noProof="0" dirty="0">
                  <a:ln>
                    <a:noFill/>
                  </a:ln>
                  <a:gradFill>
                    <a:gsLst>
                      <a:gs pos="0">
                        <a:srgbClr val="0E36B3"/>
                      </a:gs>
                      <a:gs pos="100000">
                        <a:srgbClr val="32336D"/>
                      </a:gs>
                    </a:gsLst>
                    <a:lin ang="0" scaled="1"/>
                  </a:gradFill>
                  <a:effectLst/>
                  <a:uLnTx/>
                  <a:uFillTx/>
                  <a:latin typeface="Poppins" panose="02000000000000000000" pitchFamily="2" charset="0"/>
                  <a:ea typeface="微软雅黑" panose="020B0503020204020204" charset="-122"/>
                  <a:cs typeface="Poppins" panose="02000000000000000000" pitchFamily="2" charset="0"/>
                </a:rPr>
                <a:t>瑛泰医疗集团</a:t>
              </a:r>
              <a:endParaRPr kumimoji="0" lang="en-US" altLang="zh-CN" sz="3600" b="1" i="0" spc="600" noProof="0" dirty="0">
                <a:ln>
                  <a:noFill/>
                </a:ln>
                <a:gradFill>
                  <a:gsLst>
                    <a:gs pos="0">
                      <a:srgbClr val="0E36B3"/>
                    </a:gs>
                    <a:gs pos="100000">
                      <a:srgbClr val="32336D"/>
                    </a:gs>
                  </a:gsLst>
                  <a:lin ang="0" scaled="1"/>
                </a:gradFill>
                <a:effectLst/>
                <a:uLnTx/>
                <a:uFillTx/>
                <a:latin typeface="Poppins" panose="02000000000000000000" pitchFamily="2" charset="0"/>
                <a:ea typeface="微软雅黑" panose="020B0503020204020204" charset="-122"/>
                <a:cs typeface="Poppins" panose="02000000000000000000" pitchFamily="2" charset="0"/>
              </a:endParaRPr>
            </a:p>
          </p:txBody>
        </p:sp>
        <p:sp>
          <p:nvSpPr>
            <p:cNvPr id="162" name="矩形 161"/>
            <p:cNvSpPr/>
            <p:nvPr/>
          </p:nvSpPr>
          <p:spPr>
            <a:xfrm>
              <a:off x="10231" y="5853"/>
              <a:ext cx="7626" cy="7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 defTabSz="743585">
                <a:defRPr/>
              </a:pPr>
              <a:r>
                <a:rPr lang="zh-CN" altLang="en-US" sz="2400" b="1" i="1" dirty="0">
                  <a:solidFill>
                    <a:schemeClr val="bg1">
                      <a:lumMod val="8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创新服务健康，品质铸就非凡</a:t>
              </a:r>
              <a:endParaRPr lang="zh-CN" altLang="en-US" sz="2400" b="1" i="1" dirty="0">
                <a:solidFill>
                  <a:schemeClr val="bg1">
                    <a:lumMod val="8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9" name="图片 8" descr="瑛泰医疗logo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800590" y="206375"/>
            <a:ext cx="2161540" cy="50863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-2233930" y="44450"/>
            <a:ext cx="1959610" cy="10801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zh-CN"/>
              <a:t>P9 </a:t>
            </a:r>
            <a:r>
              <a:rPr lang="zh-CN" altLang="en-US"/>
              <a:t>市场比例</a:t>
            </a:r>
            <a:r>
              <a:rPr lang="en-US" altLang="zh-CN"/>
              <a:t> 20%→30%</a:t>
            </a:r>
            <a:endParaRPr lang="en-US" altLang="zh-CN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zh-CN"/>
              <a:t>P22 </a:t>
            </a:r>
            <a:r>
              <a:rPr lang="zh-CN" altLang="en-US"/>
              <a:t>增加荣誉</a:t>
            </a:r>
            <a:endParaRPr lang="zh-CN" altLang="en-US"/>
          </a:p>
          <a:p>
            <a:pPr algn="ctr">
              <a:buFont typeface="Arial" panose="020B0604020202020204" pitchFamily="34" charset="0"/>
            </a:pPr>
            <a:r>
              <a:rPr lang="en-US" altLang="zh-CN"/>
              <a:t>2024 </a:t>
            </a:r>
            <a:r>
              <a:rPr lang="zh-CN" altLang="en-US"/>
              <a:t>标普</a:t>
            </a:r>
            <a:r>
              <a:rPr lang="en-US" altLang="zh-CN"/>
              <a:t>ESG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-2233930" y="1340485"/>
            <a:ext cx="1959610" cy="10801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Arial" panose="020B0604020202020204" pitchFamily="34" charset="0"/>
            </a:pPr>
            <a:r>
              <a:rPr lang="en-US" altLang="zh-CN" sz="1000"/>
              <a:t>P4 </a:t>
            </a:r>
            <a:r>
              <a:rPr lang="zh-CN" altLang="en-US" sz="1000"/>
              <a:t>版面更新</a:t>
            </a:r>
            <a:endParaRPr lang="zh-CN" altLang="en-US" sz="1000"/>
          </a:p>
          <a:p>
            <a:pPr algn="ctr">
              <a:buFont typeface="Arial" panose="020B0604020202020204" pitchFamily="34" charset="0"/>
            </a:pPr>
            <a:r>
              <a:rPr lang="en-US" altLang="zh-CN" sz="1000"/>
              <a:t>P5 </a:t>
            </a:r>
            <a:r>
              <a:rPr lang="zh-CN" altLang="en-US" sz="1000"/>
              <a:t>内容和版面更新</a:t>
            </a:r>
            <a:endParaRPr lang="zh-CN" altLang="en-US" sz="1000"/>
          </a:p>
          <a:p>
            <a:pPr algn="ctr">
              <a:buFont typeface="Arial" panose="020B0604020202020204" pitchFamily="34" charset="0"/>
            </a:pPr>
            <a:r>
              <a:rPr lang="zh-CN" altLang="en-US" sz="1000"/>
              <a:t>增加</a:t>
            </a:r>
            <a:r>
              <a:rPr lang="en-US" altLang="zh-CN" sz="1000"/>
              <a:t>P43</a:t>
            </a:r>
            <a:endParaRPr lang="en-US" altLang="zh-CN" sz="1000"/>
          </a:p>
          <a:p>
            <a:pPr algn="ctr">
              <a:buFont typeface="Arial" panose="020B0604020202020204" pitchFamily="34" charset="0"/>
            </a:pPr>
            <a:r>
              <a:rPr lang="en-US" altLang="zh-CN" sz="1000"/>
              <a:t>P44 </a:t>
            </a:r>
            <a:r>
              <a:rPr lang="zh-CN" altLang="en-US" sz="1000"/>
              <a:t>修改排版</a:t>
            </a:r>
            <a:endParaRPr lang="zh-CN" altLang="en-US" sz="1000"/>
          </a:p>
          <a:p>
            <a:pPr algn="ctr">
              <a:buFont typeface="Arial" panose="020B0604020202020204" pitchFamily="34" charset="0"/>
            </a:pPr>
            <a:endParaRPr lang="zh-CN" alt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617980" y="2221230"/>
            <a:ext cx="1902460" cy="2832100"/>
            <a:chOff x="1970" y="3222"/>
            <a:chExt cx="2996" cy="4460"/>
          </a:xfrm>
        </p:grpSpPr>
        <p:grpSp>
          <p:nvGrpSpPr>
            <p:cNvPr id="12" name="组合 11"/>
            <p:cNvGrpSpPr/>
            <p:nvPr/>
          </p:nvGrpSpPr>
          <p:grpSpPr>
            <a:xfrm>
              <a:off x="1970" y="3338"/>
              <a:ext cx="2113" cy="4344"/>
              <a:chOff x="1089595" y="2000444"/>
              <a:chExt cx="1341803" cy="2758172"/>
            </a:xfrm>
          </p:grpSpPr>
          <p:sp>
            <p:nvSpPr>
              <p:cNvPr id="13" name="文本框 12"/>
              <p:cNvSpPr txBox="1"/>
              <p:nvPr/>
            </p:nvSpPr>
            <p:spPr>
              <a:xfrm rot="5400000">
                <a:off x="1061356" y="3413379"/>
                <a:ext cx="1846659" cy="769441"/>
              </a:xfrm>
              <a:prstGeom prst="rect">
                <a:avLst/>
              </a:prstGeom>
              <a:noFill/>
            </p:spPr>
            <p:txBody>
              <a:bodyPr vert="vert270"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5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23892"/>
                    </a:solidFill>
                    <a:effectLst>
                      <a:outerShdw blurRad="25400" algn="ctr" rotWithShape="0">
                        <a:prstClr val="black">
                          <a:alpha val="7000"/>
                        </a:prstClr>
                      </a:outerShdw>
                    </a:effectLst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目录</a:t>
                </a:r>
                <a:endParaRPr kumimoji="1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023892"/>
                  </a:solidFill>
                  <a:effectLst>
                    <a:outerShdw blurRad="25400" algn="ctr" rotWithShape="0">
                      <a:prstClr val="black">
                        <a:alpha val="7000"/>
                      </a:prstClr>
                    </a:outerShdw>
                  </a:effectLst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14" name="MH_Others_2"/>
              <p:cNvSpPr txBox="1"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1151587" y="2000444"/>
                <a:ext cx="1279811" cy="7728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 lIns="68256" tIns="34172" rIns="68256" bIns="34172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15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C</a:t>
                </a:r>
                <a:endPara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8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5" name="MH_Others_4"/>
              <p:cNvSpPr/>
              <p:nvPr>
                <p:custDataLst>
                  <p:tags r:id="rId2"/>
                </p:custDataLst>
              </p:nvPr>
            </p:nvSpPr>
            <p:spPr>
              <a:xfrm>
                <a:off x="1089595" y="2961566"/>
                <a:ext cx="461962" cy="1797050"/>
              </a:xfrm>
              <a:prstGeom prst="rect">
                <a:avLst/>
              </a:prstGeom>
            </p:spPr>
            <p:txBody>
              <a:bodyPr vert="eaVert" lIns="68256" tIns="34172" rIns="68256" bIns="3417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100" b="1" i="0" u="none" strike="noStrike" kern="1200" cap="none" spc="375" normalizeH="0" baseline="0" noProof="0" dirty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ONTENTS</a:t>
                </a:r>
                <a:endParaRPr kumimoji="0" lang="zh-CN" altLang="en-US" sz="2100" b="1" i="0" u="none" strike="noStrike" kern="1200" cap="none" spc="375" normalizeH="0" baseline="0" noProof="0" dirty="0">
                  <a:ln>
                    <a:noFill/>
                  </a:ln>
                  <a:solidFill>
                    <a:prstClr val="white">
                      <a:lumMod val="8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 rot="5400000">
              <a:off x="2555" y="5167"/>
              <a:ext cx="4357" cy="466"/>
              <a:chOff x="1152528" y="4840895"/>
              <a:chExt cx="1600473" cy="295792"/>
            </a:xfrm>
          </p:grpSpPr>
          <p:sp>
            <p:nvSpPr>
              <p:cNvPr id="17" name="任意多边形: 形状 16"/>
              <p:cNvSpPr/>
              <p:nvPr/>
            </p:nvSpPr>
            <p:spPr>
              <a:xfrm flipV="1">
                <a:off x="2062073" y="4987058"/>
                <a:ext cx="690928" cy="149629"/>
              </a:xfrm>
              <a:custGeom>
                <a:avLst/>
                <a:gdLst>
                  <a:gd name="connsiteX0" fmla="*/ 0 w 1296786"/>
                  <a:gd name="connsiteY0" fmla="*/ 149629 h 149629"/>
                  <a:gd name="connsiteX1" fmla="*/ 1113906 w 1296786"/>
                  <a:gd name="connsiteY1" fmla="*/ 149629 h 149629"/>
                  <a:gd name="connsiteX2" fmla="*/ 1263535 w 1296786"/>
                  <a:gd name="connsiteY2" fmla="*/ 0 h 149629"/>
                  <a:gd name="connsiteX3" fmla="*/ 1296786 w 1296786"/>
                  <a:gd name="connsiteY3" fmla="*/ 0 h 149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96786" h="149629">
                    <a:moveTo>
                      <a:pt x="0" y="149629"/>
                    </a:moveTo>
                    <a:lnTo>
                      <a:pt x="1113906" y="149629"/>
                    </a:lnTo>
                    <a:lnTo>
                      <a:pt x="1263535" y="0"/>
                    </a:lnTo>
                    <a:lnTo>
                      <a:pt x="1296786" y="0"/>
                    </a:lnTo>
                  </a:path>
                </a:pathLst>
              </a:custGeom>
              <a:noFill/>
              <a:ln>
                <a:solidFill>
                  <a:srgbClr val="7CBDE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18" name="任意多边形: 形状 17"/>
              <p:cNvSpPr/>
              <p:nvPr/>
            </p:nvSpPr>
            <p:spPr>
              <a:xfrm flipH="1">
                <a:off x="1152528" y="4840895"/>
                <a:ext cx="690928" cy="149629"/>
              </a:xfrm>
              <a:custGeom>
                <a:avLst/>
                <a:gdLst>
                  <a:gd name="connsiteX0" fmla="*/ 0 w 1296786"/>
                  <a:gd name="connsiteY0" fmla="*/ 149629 h 149629"/>
                  <a:gd name="connsiteX1" fmla="*/ 1113906 w 1296786"/>
                  <a:gd name="connsiteY1" fmla="*/ 149629 h 149629"/>
                  <a:gd name="connsiteX2" fmla="*/ 1263535 w 1296786"/>
                  <a:gd name="connsiteY2" fmla="*/ 0 h 149629"/>
                  <a:gd name="connsiteX3" fmla="*/ 1296786 w 1296786"/>
                  <a:gd name="connsiteY3" fmla="*/ 0 h 149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96786" h="149629">
                    <a:moveTo>
                      <a:pt x="0" y="149629"/>
                    </a:moveTo>
                    <a:lnTo>
                      <a:pt x="1113906" y="149629"/>
                    </a:lnTo>
                    <a:lnTo>
                      <a:pt x="1263535" y="0"/>
                    </a:lnTo>
                    <a:lnTo>
                      <a:pt x="1296786" y="0"/>
                    </a:lnTo>
                  </a:path>
                </a:pathLst>
              </a:custGeom>
              <a:noFill/>
              <a:ln w="22225">
                <a:solidFill>
                  <a:srgbClr val="7CBDE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cxnSp>
            <p:nvCxnSpPr>
              <p:cNvPr id="19" name="直接连接符 18"/>
              <p:cNvCxnSpPr/>
              <p:nvPr/>
            </p:nvCxnSpPr>
            <p:spPr>
              <a:xfrm flipV="1">
                <a:off x="1923096" y="4896940"/>
                <a:ext cx="296760" cy="0"/>
              </a:xfrm>
              <a:prstGeom prst="line">
                <a:avLst/>
              </a:prstGeom>
              <a:ln w="15875">
                <a:solidFill>
                  <a:srgbClr val="7CBDE3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/>
              <p:cNvCxnSpPr/>
              <p:nvPr/>
            </p:nvCxnSpPr>
            <p:spPr>
              <a:xfrm flipV="1">
                <a:off x="1530892" y="5089445"/>
                <a:ext cx="296760" cy="0"/>
              </a:xfrm>
              <a:prstGeom prst="line">
                <a:avLst/>
              </a:prstGeom>
              <a:ln w="9525">
                <a:solidFill>
                  <a:srgbClr val="7CBDE3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" name="组合 7"/>
          <p:cNvGrpSpPr/>
          <p:nvPr userDrawn="1"/>
        </p:nvGrpSpPr>
        <p:grpSpPr>
          <a:xfrm rot="16200000" flipH="1" flipV="1">
            <a:off x="-110671" y="110671"/>
            <a:ext cx="1619794" cy="1398453"/>
            <a:chOff x="-6991" y="5262515"/>
            <a:chExt cx="2614611" cy="1590675"/>
          </a:xfrm>
        </p:grpSpPr>
        <p:sp>
          <p:nvSpPr>
            <p:cNvPr id="9" name="矩形 8"/>
            <p:cNvSpPr/>
            <p:nvPr userDrawn="1"/>
          </p:nvSpPr>
          <p:spPr>
            <a:xfrm flipV="1">
              <a:off x="-6991" y="5262515"/>
              <a:ext cx="1000125" cy="1000125"/>
            </a:xfrm>
            <a:prstGeom prst="rect">
              <a:avLst/>
            </a:prstGeom>
            <a:solidFill>
              <a:srgbClr val="0238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/>
            </a:p>
          </p:txBody>
        </p:sp>
        <p:sp>
          <p:nvSpPr>
            <p:cNvPr id="10" name="矩形 9"/>
            <p:cNvSpPr/>
            <p:nvPr userDrawn="1"/>
          </p:nvSpPr>
          <p:spPr>
            <a:xfrm flipV="1">
              <a:off x="-6991" y="6262640"/>
              <a:ext cx="1409700" cy="590550"/>
            </a:xfrm>
            <a:prstGeom prst="rect">
              <a:avLst/>
            </a:prstGeom>
            <a:solidFill>
              <a:srgbClr val="0238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1" name="矩形 10"/>
            <p:cNvSpPr/>
            <p:nvPr userDrawn="1"/>
          </p:nvSpPr>
          <p:spPr>
            <a:xfrm flipV="1">
              <a:off x="993134" y="5853065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33" name="矩形 32"/>
            <p:cNvSpPr/>
            <p:nvPr userDrawn="1"/>
          </p:nvSpPr>
          <p:spPr>
            <a:xfrm flipV="1">
              <a:off x="1402709" y="5853065"/>
              <a:ext cx="409575" cy="409575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34" name="矩形 33"/>
            <p:cNvSpPr/>
            <p:nvPr userDrawn="1"/>
          </p:nvSpPr>
          <p:spPr>
            <a:xfrm flipV="1">
              <a:off x="993134" y="5262515"/>
              <a:ext cx="409575" cy="409575"/>
            </a:xfrm>
            <a:prstGeom prst="rect">
              <a:avLst/>
            </a:prstGeom>
            <a:solidFill>
              <a:srgbClr val="8AB1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35" name="矩形 34"/>
            <p:cNvSpPr/>
            <p:nvPr userDrawn="1"/>
          </p:nvSpPr>
          <p:spPr>
            <a:xfrm flipV="1">
              <a:off x="1643214" y="5262516"/>
              <a:ext cx="759619" cy="759619"/>
            </a:xfrm>
            <a:prstGeom prst="rect">
              <a:avLst/>
            </a:prstGeom>
            <a:solidFill>
              <a:srgbClr val="156389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36" name="矩形 35"/>
            <p:cNvSpPr/>
            <p:nvPr userDrawn="1"/>
          </p:nvSpPr>
          <p:spPr>
            <a:xfrm flipV="1">
              <a:off x="2198045" y="5817348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pic>
        <p:nvPicPr>
          <p:cNvPr id="4" name="图片 3" descr="瑛泰医疗logo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800590" y="206375"/>
            <a:ext cx="2161540" cy="508635"/>
          </a:xfrm>
          <a:prstGeom prst="rect">
            <a:avLst/>
          </a:prstGeom>
        </p:spPr>
      </p:pic>
      <p:grpSp>
        <p:nvGrpSpPr>
          <p:cNvPr id="54" name="组合 53"/>
          <p:cNvGrpSpPr/>
          <p:nvPr/>
        </p:nvGrpSpPr>
        <p:grpSpPr>
          <a:xfrm>
            <a:off x="4872370" y="1627822"/>
            <a:ext cx="6367780" cy="859155"/>
            <a:chOff x="8488" y="4036"/>
            <a:chExt cx="10028" cy="1353"/>
          </a:xfrm>
        </p:grpSpPr>
        <p:grpSp>
          <p:nvGrpSpPr>
            <p:cNvPr id="55" name="组合 54"/>
            <p:cNvGrpSpPr>
              <a:grpSpLocks noChangeAspect="1"/>
            </p:cNvGrpSpPr>
            <p:nvPr/>
          </p:nvGrpSpPr>
          <p:grpSpPr>
            <a:xfrm>
              <a:off x="8488" y="4036"/>
              <a:ext cx="1165" cy="1353"/>
              <a:chOff x="4727458" y="1325643"/>
              <a:chExt cx="775132" cy="900000"/>
            </a:xfrm>
          </p:grpSpPr>
          <p:sp>
            <p:nvSpPr>
              <p:cNvPr id="56" name="六边形 55"/>
              <p:cNvSpPr>
                <a:spLocks noChangeAspect="1"/>
              </p:cNvSpPr>
              <p:nvPr>
                <p:custDataLst>
                  <p:tags r:id="rId5"/>
                </p:custDataLst>
              </p:nvPr>
            </p:nvSpPr>
            <p:spPr>
              <a:xfrm rot="16200000">
                <a:off x="4665024" y="1388077"/>
                <a:ext cx="900000" cy="775132"/>
              </a:xfrm>
              <a:prstGeom prst="hexagon">
                <a:avLst/>
              </a:prstGeom>
              <a:solidFill>
                <a:srgbClr val="023892"/>
              </a:solidFill>
              <a:ln>
                <a:noFill/>
              </a:ln>
              <a:effectLst>
                <a:outerShdw blurRad="177800" dist="88900" dir="2700000" algn="tl" rotWithShape="0">
                  <a:prstClr val="black">
                    <a:alpha val="40000"/>
                  </a:prstClr>
                </a:outerShdw>
                <a:softEdge rad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58801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666664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57" name="文本框 56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4883991" y="1490906"/>
                <a:ext cx="455268" cy="569474"/>
              </a:xfrm>
              <a:prstGeom prst="rect">
                <a:avLst/>
              </a:prstGeom>
              <a:noFill/>
              <a:ln w="117475">
                <a:noFill/>
              </a:ln>
            </p:spPr>
            <p:txBody>
              <a:bodyPr wrap="none" rtlCol="0">
                <a:prstTxWarp prst="textPlain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1200" cap="none" spc="10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Impact" panose="020B0806030902050204" pitchFamily="34" charset="0"/>
                    <a:ea typeface="等线" panose="02010600030101010101" charset="-122"/>
                    <a:cs typeface="Arial" panose="020B0604020202020204" pitchFamily="34" charset="0"/>
                  </a:rPr>
                  <a:t>01</a:t>
                </a:r>
                <a:endParaRPr kumimoji="0" lang="en-US" altLang="zh-CN" sz="1200" b="0" i="0" u="none" strike="noStrike" kern="1200" cap="none" spc="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mpact" panose="020B0806030902050204" pitchFamily="34" charset="0"/>
                  <a:ea typeface="等线" panose="02010600030101010101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8" name="文本框 57"/>
            <p:cNvSpPr txBox="1"/>
            <p:nvPr>
              <p:custDataLst>
                <p:tags r:id="rId7"/>
              </p:custDataLst>
            </p:nvPr>
          </p:nvSpPr>
          <p:spPr>
            <a:xfrm>
              <a:off x="10983" y="4252"/>
              <a:ext cx="7533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3200" b="1">
                  <a:solidFill>
                    <a:srgbClr val="0085D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23892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集团概况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2389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874895" y="3101022"/>
            <a:ext cx="6342380" cy="858520"/>
            <a:chOff x="7903" y="4802"/>
            <a:chExt cx="9988" cy="1352"/>
          </a:xfrm>
        </p:grpSpPr>
        <p:sp>
          <p:nvSpPr>
            <p:cNvPr id="61" name="文本框 60"/>
            <p:cNvSpPr txBox="1"/>
            <p:nvPr>
              <p:custDataLst>
                <p:tags r:id="rId8"/>
              </p:custDataLst>
            </p:nvPr>
          </p:nvSpPr>
          <p:spPr>
            <a:xfrm>
              <a:off x="10359" y="5096"/>
              <a:ext cx="7533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3200" b="1">
                  <a:solidFill>
                    <a:srgbClr val="0085D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23892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产业布局</a:t>
              </a:r>
              <a:endParaRPr kumimoji="0" 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2389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grpSp>
          <p:nvGrpSpPr>
            <p:cNvPr id="66" name="组合 65"/>
            <p:cNvGrpSpPr>
              <a:grpSpLocks noChangeAspect="1"/>
            </p:cNvGrpSpPr>
            <p:nvPr/>
          </p:nvGrpSpPr>
          <p:grpSpPr>
            <a:xfrm>
              <a:off x="7903" y="4802"/>
              <a:ext cx="1165" cy="1353"/>
              <a:chOff x="4727458" y="1325643"/>
              <a:chExt cx="775132" cy="900000"/>
            </a:xfrm>
          </p:grpSpPr>
          <p:sp>
            <p:nvSpPr>
              <p:cNvPr id="67" name="六边形 66"/>
              <p:cNvSpPr>
                <a:spLocks noChangeAspect="1"/>
              </p:cNvSpPr>
              <p:nvPr>
                <p:custDataLst>
                  <p:tags r:id="rId9"/>
                </p:custDataLst>
              </p:nvPr>
            </p:nvSpPr>
            <p:spPr>
              <a:xfrm rot="16200000">
                <a:off x="4665024" y="1388077"/>
                <a:ext cx="900000" cy="775132"/>
              </a:xfrm>
              <a:prstGeom prst="hexagon">
                <a:avLst/>
              </a:prstGeom>
              <a:solidFill>
                <a:srgbClr val="023892"/>
              </a:solidFill>
              <a:ln>
                <a:noFill/>
              </a:ln>
              <a:effectLst>
                <a:outerShdw blurRad="177800" dist="88900" dir="2700000" algn="tl" rotWithShape="0">
                  <a:prstClr val="black">
                    <a:alpha val="40000"/>
                  </a:prstClr>
                </a:outerShdw>
                <a:softEdge rad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58801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666664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68" name="文本框 6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4883991" y="1490906"/>
                <a:ext cx="455268" cy="569474"/>
              </a:xfrm>
              <a:prstGeom prst="rect">
                <a:avLst/>
              </a:prstGeom>
              <a:noFill/>
              <a:ln w="117475">
                <a:noFill/>
              </a:ln>
            </p:spPr>
            <p:txBody>
              <a:bodyPr wrap="none" rtlCol="0">
                <a:prstTxWarp prst="textPlain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1200" cap="none" spc="10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Impact" panose="020B0806030902050204" pitchFamily="34" charset="0"/>
                    <a:ea typeface="等线" panose="02010600030101010101" charset="-122"/>
                    <a:cs typeface="Arial" panose="020B0604020202020204" pitchFamily="34" charset="0"/>
                  </a:rPr>
                  <a:t>02</a:t>
                </a:r>
                <a:endParaRPr kumimoji="0" lang="en-US" altLang="zh-CN" sz="1200" b="0" i="0" u="none" strike="noStrike" kern="1200" cap="none" spc="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mpact" panose="020B0806030902050204" pitchFamily="34" charset="0"/>
                  <a:ea typeface="等线" panose="02010600030101010101" charset="-122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5" name="组合 4"/>
          <p:cNvGrpSpPr/>
          <p:nvPr/>
        </p:nvGrpSpPr>
        <p:grpSpPr>
          <a:xfrm>
            <a:off x="4874895" y="4573587"/>
            <a:ext cx="6363970" cy="867410"/>
            <a:chOff x="7903" y="6751"/>
            <a:chExt cx="10022" cy="1366"/>
          </a:xfrm>
        </p:grpSpPr>
        <p:sp>
          <p:nvSpPr>
            <p:cNvPr id="60" name="文本框 59"/>
            <p:cNvSpPr txBox="1"/>
            <p:nvPr>
              <p:custDataLst>
                <p:tags r:id="rId11"/>
              </p:custDataLst>
            </p:nvPr>
          </p:nvSpPr>
          <p:spPr>
            <a:xfrm>
              <a:off x="8136" y="7261"/>
              <a:ext cx="684" cy="856"/>
            </a:xfrm>
            <a:prstGeom prst="rect">
              <a:avLst/>
            </a:prstGeom>
            <a:noFill/>
            <a:ln w="117475">
              <a:noFill/>
            </a:ln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mpact" panose="020B0806030902050204" pitchFamily="34" charset="0"/>
                  <a:ea typeface="等线" panose="02010600030101010101" charset="-122"/>
                  <a:cs typeface="Arial" panose="020B0604020202020204" pitchFamily="34" charset="0"/>
                </a:rPr>
                <a:t>03</a:t>
              </a:r>
              <a:endParaRPr kumimoji="0" lang="en-US" altLang="zh-CN" sz="1200" b="0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等线" panose="02010600030101010101" charset="-122"/>
                <a:cs typeface="Arial" panose="020B0604020202020204" pitchFamily="34" charset="0"/>
              </a:endParaRPr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7903" y="6751"/>
              <a:ext cx="10023" cy="1352"/>
              <a:chOff x="7903" y="6751"/>
              <a:chExt cx="10023" cy="1352"/>
            </a:xfrm>
          </p:grpSpPr>
          <p:sp>
            <p:nvSpPr>
              <p:cNvPr id="65" name="文本框 64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10394" y="6992"/>
                <a:ext cx="7533" cy="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3200" b="1">
                    <a:solidFill>
                      <a:srgbClr val="0085D1"/>
                    </a:solidFill>
                    <a:latin typeface="微软雅黑" panose="020B0503020204020204" charset="-122"/>
                    <a:ea typeface="微软雅黑" panose="020B0503020204020204" charset="-122"/>
                  </a:defRPr>
                </a:lvl1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23892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未来规划</a:t>
                </a:r>
                <a:endParaRPr kumimoji="0" 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23892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grpSp>
            <p:nvGrpSpPr>
              <p:cNvPr id="69" name="组合 68"/>
              <p:cNvGrpSpPr>
                <a:grpSpLocks noChangeAspect="1"/>
              </p:cNvGrpSpPr>
              <p:nvPr/>
            </p:nvGrpSpPr>
            <p:grpSpPr>
              <a:xfrm>
                <a:off x="7903" y="6751"/>
                <a:ext cx="1165" cy="1353"/>
                <a:chOff x="4727458" y="1325643"/>
                <a:chExt cx="775132" cy="900000"/>
              </a:xfrm>
            </p:grpSpPr>
            <p:sp>
              <p:nvSpPr>
                <p:cNvPr id="70" name="六边形 69"/>
                <p:cNvSpPr>
                  <a:spLocks noChangeAspect="1"/>
                </p:cNvSpPr>
                <p:nvPr>
                  <p:custDataLst>
                    <p:tags r:id="rId13"/>
                  </p:custDataLst>
                </p:nvPr>
              </p:nvSpPr>
              <p:spPr>
                <a:xfrm rot="16200000">
                  <a:off x="4665024" y="1388077"/>
                  <a:ext cx="900000" cy="775132"/>
                </a:xfrm>
                <a:prstGeom prst="hexagon">
                  <a:avLst/>
                </a:prstGeom>
                <a:solidFill>
                  <a:srgbClr val="023892"/>
                </a:solidFill>
                <a:ln>
                  <a:noFill/>
                </a:ln>
                <a:effectLst>
                  <a:outerShdw blurRad="177800" dist="88900" dir="2700000" algn="tl" rotWithShape="0">
                    <a:prstClr val="black">
                      <a:alpha val="40000"/>
                    </a:prstClr>
                  </a:outerShdw>
                  <a:softEdge rad="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58801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666664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endParaRPr>
                </a:p>
              </p:txBody>
            </p:sp>
            <p:sp>
              <p:nvSpPr>
                <p:cNvPr id="71" name="文本框 70"/>
                <p:cNvSpPr txBox="1"/>
                <p:nvPr>
                  <p:custDataLst>
                    <p:tags r:id="rId14"/>
                  </p:custDataLst>
                </p:nvPr>
              </p:nvSpPr>
              <p:spPr>
                <a:xfrm>
                  <a:off x="4883991" y="1490906"/>
                  <a:ext cx="455268" cy="569474"/>
                </a:xfrm>
                <a:prstGeom prst="rect">
                  <a:avLst/>
                </a:prstGeom>
                <a:noFill/>
                <a:ln w="117475">
                  <a:noFill/>
                </a:ln>
              </p:spPr>
              <p:txBody>
                <a:bodyPr wrap="none" rtlCol="0">
                  <a:prstTxWarp prst="textPlain">
                    <a:avLst/>
                  </a:prstTxWarp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200" b="0" i="0" u="none" strike="noStrike" kern="1200" cap="none" spc="10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Impact" panose="020B0806030902050204" pitchFamily="34" charset="0"/>
                      <a:ea typeface="等线" panose="02010600030101010101" charset="-122"/>
                      <a:cs typeface="Arial" panose="020B0604020202020204" pitchFamily="34" charset="0"/>
                    </a:rPr>
                    <a:t>03</a:t>
                  </a:r>
                  <a:endParaRPr kumimoji="0" lang="en-US" altLang="zh-CN" sz="1200" b="0" i="0" u="none" strike="noStrike" kern="1200" cap="none" spc="10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Impact" panose="020B0806030902050204" pitchFamily="34" charset="0"/>
                    <a:ea typeface="等线" panose="02010600030101010101" charset="-122"/>
                    <a:cs typeface="Arial" panose="020B0604020202020204" pitchFamily="34" charset="0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/>
        </p:nvGrpSpPr>
        <p:grpSpPr>
          <a:xfrm rot="16200000" flipH="1" flipV="1">
            <a:off x="-115752" y="110670"/>
            <a:ext cx="1619794" cy="1398453"/>
            <a:chOff x="-6991" y="5262515"/>
            <a:chExt cx="2614611" cy="1590675"/>
          </a:xfrm>
        </p:grpSpPr>
        <p:sp>
          <p:nvSpPr>
            <p:cNvPr id="9" name="矩形 8"/>
            <p:cNvSpPr/>
            <p:nvPr userDrawn="1"/>
          </p:nvSpPr>
          <p:spPr>
            <a:xfrm flipV="1">
              <a:off x="-6991" y="5262515"/>
              <a:ext cx="1000125" cy="1000125"/>
            </a:xfrm>
            <a:prstGeom prst="rect">
              <a:avLst/>
            </a:prstGeom>
            <a:solidFill>
              <a:srgbClr val="0238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/>
            </a:p>
          </p:txBody>
        </p:sp>
        <p:sp>
          <p:nvSpPr>
            <p:cNvPr id="10" name="矩形 9"/>
            <p:cNvSpPr/>
            <p:nvPr userDrawn="1"/>
          </p:nvSpPr>
          <p:spPr>
            <a:xfrm flipV="1">
              <a:off x="-6991" y="6262640"/>
              <a:ext cx="1409700" cy="590550"/>
            </a:xfrm>
            <a:prstGeom prst="rect">
              <a:avLst/>
            </a:prstGeom>
            <a:solidFill>
              <a:srgbClr val="0238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1" name="矩形 10"/>
            <p:cNvSpPr/>
            <p:nvPr userDrawn="1"/>
          </p:nvSpPr>
          <p:spPr>
            <a:xfrm flipV="1">
              <a:off x="993134" y="5853065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33" name="矩形 32"/>
            <p:cNvSpPr/>
            <p:nvPr userDrawn="1"/>
          </p:nvSpPr>
          <p:spPr>
            <a:xfrm flipV="1">
              <a:off x="1402709" y="5853065"/>
              <a:ext cx="409575" cy="409575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34" name="矩形 33"/>
            <p:cNvSpPr/>
            <p:nvPr userDrawn="1"/>
          </p:nvSpPr>
          <p:spPr>
            <a:xfrm flipV="1">
              <a:off x="993134" y="5262515"/>
              <a:ext cx="409575" cy="409575"/>
            </a:xfrm>
            <a:prstGeom prst="rect">
              <a:avLst/>
            </a:prstGeom>
            <a:solidFill>
              <a:srgbClr val="8AB1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35" name="矩形 34"/>
            <p:cNvSpPr/>
            <p:nvPr userDrawn="1"/>
          </p:nvSpPr>
          <p:spPr>
            <a:xfrm flipV="1">
              <a:off x="1643214" y="5262516"/>
              <a:ext cx="759619" cy="759619"/>
            </a:xfrm>
            <a:prstGeom prst="rect">
              <a:avLst/>
            </a:prstGeom>
            <a:solidFill>
              <a:srgbClr val="156389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36" name="矩形 35"/>
            <p:cNvSpPr/>
            <p:nvPr userDrawn="1"/>
          </p:nvSpPr>
          <p:spPr>
            <a:xfrm flipV="1">
              <a:off x="2198045" y="5817348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356648" y="2234350"/>
            <a:ext cx="9478704" cy="2388562"/>
            <a:chOff x="-186" y="3779"/>
            <a:chExt cx="13652" cy="3240"/>
          </a:xfrm>
        </p:grpSpPr>
        <p:sp>
          <p:nvSpPr>
            <p:cNvPr id="4" name="文本框 4"/>
            <p:cNvSpPr txBox="1"/>
            <p:nvPr/>
          </p:nvSpPr>
          <p:spPr>
            <a:xfrm>
              <a:off x="-186" y="3779"/>
              <a:ext cx="6623" cy="3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925" b="1" dirty="0">
                  <a:solidFill>
                    <a:srgbClr val="023892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01</a:t>
              </a:r>
              <a:endParaRPr lang="en-US" altLang="zh-CN" sz="14925" b="1" dirty="0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451" y="4564"/>
              <a:ext cx="13015" cy="1179"/>
              <a:chOff x="451" y="4564"/>
              <a:chExt cx="13015" cy="1179"/>
            </a:xfrm>
          </p:grpSpPr>
          <p:sp>
            <p:nvSpPr>
              <p:cNvPr id="30" name="文本框 6"/>
              <p:cNvSpPr txBox="1"/>
              <p:nvPr/>
            </p:nvSpPr>
            <p:spPr>
              <a:xfrm>
                <a:off x="7269" y="4564"/>
                <a:ext cx="5194" cy="7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 eaLnBrk="1" hangingPunct="1">
                  <a:spcBef>
                    <a:spcPts val="800"/>
                  </a:spcBef>
                </a:pPr>
                <a:r>
                  <a:rPr lang="zh-CN" altLang="en-US" sz="3000" b="1" dirty="0">
                    <a:solidFill>
                      <a:srgbClr val="023892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集团概况</a:t>
                </a:r>
                <a:endParaRPr lang="zh-CN" altLang="en-US" sz="3000" b="1" dirty="0">
                  <a:solidFill>
                    <a:srgbClr val="023892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31" name="组合 30"/>
              <p:cNvGrpSpPr/>
              <p:nvPr/>
            </p:nvGrpSpPr>
            <p:grpSpPr>
              <a:xfrm>
                <a:off x="6122" y="5315"/>
                <a:ext cx="7344" cy="170"/>
                <a:chOff x="3649980" y="3375660"/>
                <a:chExt cx="4663440" cy="108000"/>
              </a:xfrm>
            </p:grpSpPr>
            <p:cxnSp>
              <p:nvCxnSpPr>
                <p:cNvPr id="32" name="直接连接符 31"/>
                <p:cNvCxnSpPr/>
                <p:nvPr/>
              </p:nvCxnSpPr>
              <p:spPr>
                <a:xfrm>
                  <a:off x="3733800" y="3429660"/>
                  <a:ext cx="4495800" cy="0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ysClr val="windowText" lastClr="000000">
                      <a:lumMod val="85000"/>
                      <a:lumOff val="15000"/>
                    </a:sysClr>
                  </a:solidFill>
                  <a:prstDash val="solid"/>
                </a:ln>
                <a:effectLst/>
              </p:spPr>
            </p:cxnSp>
            <p:sp>
              <p:nvSpPr>
                <p:cNvPr id="37" name="椭圆 36"/>
                <p:cNvSpPr/>
                <p:nvPr/>
              </p:nvSpPr>
              <p:spPr>
                <a:xfrm>
                  <a:off x="3649980" y="3375660"/>
                  <a:ext cx="108000" cy="108000"/>
                </a:xfrm>
                <a:prstGeom prst="ellipse">
                  <a:avLst/>
                </a:prstGeom>
                <a:solidFill>
                  <a:sysClr val="windowText" lastClr="000000">
                    <a:lumMod val="85000"/>
                    <a:lumOff val="15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 sz="1350"/>
                </a:p>
              </p:txBody>
            </p:sp>
            <p:sp>
              <p:nvSpPr>
                <p:cNvPr id="38" name="椭圆 37"/>
                <p:cNvSpPr/>
                <p:nvPr/>
              </p:nvSpPr>
              <p:spPr>
                <a:xfrm>
                  <a:off x="8205420" y="3375660"/>
                  <a:ext cx="108000" cy="108000"/>
                </a:xfrm>
                <a:prstGeom prst="ellipse">
                  <a:avLst/>
                </a:prstGeom>
                <a:solidFill>
                  <a:sysClr val="windowText" lastClr="000000">
                    <a:lumMod val="85000"/>
                    <a:lumOff val="15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 sz="1350"/>
                </a:p>
              </p:txBody>
            </p:sp>
          </p:grpSp>
          <p:sp>
            <p:nvSpPr>
              <p:cNvPr id="39" name="文本框 15"/>
              <p:cNvSpPr txBox="1"/>
              <p:nvPr/>
            </p:nvSpPr>
            <p:spPr>
              <a:xfrm>
                <a:off x="451" y="5056"/>
                <a:ext cx="5080" cy="6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700" b="1" dirty="0">
                    <a:solidFill>
                      <a:srgbClr val="02389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PART ONE</a:t>
                </a:r>
                <a:endParaRPr lang="en-US" altLang="zh-CN" sz="2700" b="1" dirty="0">
                  <a:solidFill>
                    <a:srgbClr val="02389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pic>
        <p:nvPicPr>
          <p:cNvPr id="5" name="图片 4" descr="瑛泰医疗logo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800590" y="206375"/>
            <a:ext cx="2161540" cy="5086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723265" y="1511270"/>
            <a:ext cx="5012695" cy="4710630"/>
            <a:chOff x="748485" y="1531380"/>
            <a:chExt cx="5880138" cy="4710359"/>
          </a:xfrm>
        </p:grpSpPr>
        <p:sp>
          <p:nvSpPr>
            <p:cNvPr id="13" name="TextBox 3"/>
            <p:cNvSpPr txBox="1"/>
            <p:nvPr/>
          </p:nvSpPr>
          <p:spPr>
            <a:xfrm>
              <a:off x="826325" y="1531380"/>
              <a:ext cx="5423676" cy="45188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>
              <a:defPPr>
                <a:defRPr lang="zh-CN"/>
              </a:defPPr>
              <a:lvl1pPr marL="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20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80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40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800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60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20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80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457200" algn="just" eaLnBrk="0" hangingPunct="0">
                <a:lnSpc>
                  <a:spcPct val="200000"/>
                </a:lnSpc>
              </a:pPr>
              <a:r>
                <a:rPr lang="zh-CN" altLang="en-US" sz="2100" dirty="0">
                  <a:solidFill>
                    <a:srgbClr val="2F559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宋体" panose="02010600030101010101" pitchFamily="2" charset="-122"/>
                </a:rPr>
                <a:t> </a:t>
              </a:r>
              <a:r>
                <a:rPr lang="zh-CN" altLang="en-US" sz="21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上海瑛泰医疗器械股份有限公司（母公司）成立于2006年，系香港联交所主板上市企业</a:t>
              </a:r>
              <a:r>
                <a:rPr lang="zh-CN" altLang="en-US" sz="2100" b="1" i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（股票简称：瑛泰医疗，股票代码：HK1501）</a:t>
              </a:r>
              <a:r>
                <a:rPr lang="zh-CN" altLang="en-US" sz="21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，集团</a:t>
              </a:r>
              <a:r>
                <a:rPr lang="zh-CN" altLang="en-US" sz="21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宋体" panose="02010600030101010101" pitchFamily="2" charset="-122"/>
                </a:rPr>
                <a:t>专注于</a:t>
              </a:r>
              <a:r>
                <a:rPr lang="zh-CN" altLang="en-US" sz="2100" b="1" u="sng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创新</a:t>
              </a:r>
              <a:r>
                <a:rPr lang="zh-CN" altLang="en-US" sz="2100" b="1" u="sng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医疗器械</a:t>
              </a:r>
              <a:r>
                <a:rPr lang="zh-CN" altLang="en-US" sz="21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的研发、制造与销售，致力于打造国内领先的</a:t>
              </a:r>
              <a:r>
                <a:rPr lang="zh-CN" altLang="en-US" sz="2100" b="1" u="sng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创新医疗器械孵化及转化平台</a:t>
              </a:r>
              <a:r>
                <a:rPr lang="zh-CN" altLang="en-US" sz="21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！</a:t>
              </a:r>
              <a:endParaRPr lang="zh-CN" altLang="en-US" sz="2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7" name="圆角矩形 2"/>
            <p:cNvSpPr/>
            <p:nvPr/>
          </p:nvSpPr>
          <p:spPr>
            <a:xfrm>
              <a:off x="748485" y="1594282"/>
              <a:ext cx="5880138" cy="4647457"/>
            </a:xfrm>
            <a:prstGeom prst="roundRect">
              <a:avLst>
                <a:gd name="adj" fmla="val 2471"/>
              </a:avLst>
            </a:prstGeom>
            <a:noFill/>
            <a:ln w="3175">
              <a:solidFill>
                <a:srgbClr val="02389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13" tIns="45706" rIns="91413" bIns="45706"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2565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199765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6965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00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集团</a:t>
            </a:r>
            <a:r>
              <a:rPr lang="en-US" altLang="zh-CN" dirty="0" err="1"/>
              <a:t>简介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7455" y="1574176"/>
            <a:ext cx="5321113" cy="3511008"/>
          </a:xfrm>
          <a:prstGeom prst="rect">
            <a:avLst/>
          </a:prstGeom>
        </p:spPr>
      </p:pic>
      <p:pic>
        <p:nvPicPr>
          <p:cNvPr id="3" name="图片 2" descr="int-红心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1972" y="5192928"/>
            <a:ext cx="2005889" cy="49700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887455" y="5689932"/>
            <a:ext cx="5969185" cy="5319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Int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ervention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（介入）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Int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ernational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（国际化）</a:t>
            </a:r>
            <a:endParaRPr lang="zh-CN" altLang="en-US" sz="1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7030720" y="6237605"/>
            <a:ext cx="3263900" cy="398780"/>
            <a:chOff x="11411" y="9936"/>
            <a:chExt cx="5140" cy="628"/>
          </a:xfrm>
        </p:grpSpPr>
        <p:sp>
          <p:nvSpPr>
            <p:cNvPr id="6" name="文本框 5"/>
            <p:cNvSpPr txBox="1"/>
            <p:nvPr/>
          </p:nvSpPr>
          <p:spPr>
            <a:xfrm>
              <a:off x="11411" y="9936"/>
              <a:ext cx="5141" cy="62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用</a:t>
              </a:r>
              <a:r>
                <a:rPr lang="en-US" altLang="zh-CN" sz="2000" b="1" dirty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        </a:t>
              </a:r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做事，用</a:t>
              </a:r>
              <a:r>
                <a:rPr lang="en-US" altLang="zh-CN" sz="2000" b="1" dirty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        </a:t>
              </a:r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对人</a:t>
              </a:r>
              <a:endParaRPr lang="zh-CN" altLang="en-US" sz="2000" b="1" dirty="0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132" y="10060"/>
              <a:ext cx="640" cy="380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703" y="10060"/>
              <a:ext cx="640" cy="38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肘形连接符 7"/>
          <p:cNvCxnSpPr/>
          <p:nvPr/>
        </p:nvCxnSpPr>
        <p:spPr>
          <a:xfrm rot="5400000" flipV="1">
            <a:off x="10266680" y="3842385"/>
            <a:ext cx="1065530" cy="143510"/>
          </a:xfrm>
          <a:prstGeom prst="bentConnector2">
            <a:avLst/>
          </a:prstGeom>
          <a:ln w="31750" cap="rnd">
            <a:solidFill>
              <a:schemeClr val="bg2">
                <a:lumMod val="75000"/>
              </a:schemeClr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肘形连接符 3"/>
          <p:cNvCxnSpPr/>
          <p:nvPr/>
        </p:nvCxnSpPr>
        <p:spPr>
          <a:xfrm rot="5400000" flipH="1" flipV="1">
            <a:off x="9530080" y="2369820"/>
            <a:ext cx="955675" cy="289560"/>
          </a:xfrm>
          <a:prstGeom prst="bentConnector2">
            <a:avLst/>
          </a:prstGeom>
          <a:ln w="31750" cap="rnd">
            <a:solidFill>
              <a:schemeClr val="bg2">
                <a:lumMod val="75000"/>
              </a:schemeClr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集团发展历程</a:t>
            </a:r>
            <a:endParaRPr lang="zh-CN" altLang="en-US"/>
          </a:p>
        </p:txBody>
      </p:sp>
      <p:grpSp>
        <p:nvGrpSpPr>
          <p:cNvPr id="62" name="组合 61"/>
          <p:cNvGrpSpPr/>
          <p:nvPr/>
        </p:nvGrpSpPr>
        <p:grpSpPr>
          <a:xfrm>
            <a:off x="267335" y="3159125"/>
            <a:ext cx="11823065" cy="360045"/>
            <a:chOff x="534438" y="3368953"/>
            <a:chExt cx="10944224" cy="438144"/>
          </a:xfrm>
          <a:solidFill>
            <a:srgbClr val="0033A0"/>
          </a:solidFill>
        </p:grpSpPr>
        <p:sp>
          <p:nvSpPr>
            <p:cNvPr id="63" name="矩形 62"/>
            <p:cNvSpPr/>
            <p:nvPr/>
          </p:nvSpPr>
          <p:spPr>
            <a:xfrm>
              <a:off x="11049789" y="3503489"/>
              <a:ext cx="50397" cy="16906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fontAlgn="auto"/>
              <a:endParaRPr lang="zh-CN" altLang="en-US" sz="150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grpSp>
          <p:nvGrpSpPr>
            <p:cNvPr id="64" name="组合 63"/>
            <p:cNvGrpSpPr/>
            <p:nvPr/>
          </p:nvGrpSpPr>
          <p:grpSpPr>
            <a:xfrm>
              <a:off x="534438" y="3368953"/>
              <a:ext cx="10944224" cy="438144"/>
              <a:chOff x="623889" y="3209929"/>
              <a:chExt cx="10944224" cy="438144"/>
            </a:xfrm>
            <a:grpFill/>
          </p:grpSpPr>
          <p:sp>
            <p:nvSpPr>
              <p:cNvPr id="65" name="矩形 64"/>
              <p:cNvSpPr/>
              <p:nvPr/>
            </p:nvSpPr>
            <p:spPr>
              <a:xfrm>
                <a:off x="623889" y="3344465"/>
                <a:ext cx="50397" cy="16906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fontAlgn="auto"/>
                <a:endParaRPr lang="zh-CN" altLang="en-US" sz="1500">
                  <a:solidFill>
                    <a:prstClr val="white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6" name="矩形 65"/>
              <p:cNvSpPr/>
              <p:nvPr/>
            </p:nvSpPr>
            <p:spPr>
              <a:xfrm>
                <a:off x="717047" y="3344465"/>
                <a:ext cx="107093" cy="16906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fontAlgn="auto"/>
                <a:endParaRPr lang="zh-CN" altLang="en-US" sz="1500">
                  <a:solidFill>
                    <a:prstClr val="white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7" name="矩形 66"/>
              <p:cNvSpPr/>
              <p:nvPr/>
            </p:nvSpPr>
            <p:spPr>
              <a:xfrm>
                <a:off x="866901" y="3344465"/>
                <a:ext cx="198437" cy="16906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fontAlgn="auto"/>
                <a:endParaRPr lang="zh-CN" altLang="en-US" sz="1500">
                  <a:solidFill>
                    <a:prstClr val="white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8" name="矩形 67"/>
              <p:cNvSpPr/>
              <p:nvPr/>
            </p:nvSpPr>
            <p:spPr>
              <a:xfrm>
                <a:off x="1108099" y="3344465"/>
                <a:ext cx="9613876" cy="16906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fontAlgn="auto"/>
                <a:endParaRPr lang="zh-CN" altLang="en-US" sz="1500">
                  <a:solidFill>
                    <a:prstClr val="white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9" name="矩形 68"/>
              <p:cNvSpPr/>
              <p:nvPr/>
            </p:nvSpPr>
            <p:spPr>
              <a:xfrm>
                <a:off x="10994902" y="3344465"/>
                <a:ext cx="107093" cy="16906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fontAlgn="auto"/>
                <a:endParaRPr lang="zh-CN" altLang="en-US" sz="1500">
                  <a:solidFill>
                    <a:prstClr val="white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0" name="矩形 69"/>
              <p:cNvSpPr/>
              <p:nvPr/>
            </p:nvSpPr>
            <p:spPr>
              <a:xfrm>
                <a:off x="10759220" y="3344465"/>
                <a:ext cx="198437" cy="16906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fontAlgn="auto"/>
                <a:endParaRPr lang="zh-CN" altLang="en-US" sz="1500">
                  <a:solidFill>
                    <a:prstClr val="white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1" name="等腰三角形 70"/>
              <p:cNvSpPr/>
              <p:nvPr/>
            </p:nvSpPr>
            <p:spPr>
              <a:xfrm rot="5400000">
                <a:off x="11159803" y="3239763"/>
                <a:ext cx="438144" cy="37847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fontAlgn="auto"/>
                <a:endParaRPr lang="zh-CN" altLang="en-US" sz="1500">
                  <a:solidFill>
                    <a:prstClr val="white"/>
                  </a:solidFill>
                  <a:cs typeface="+mn-ea"/>
                  <a:sym typeface="+mn-lt"/>
                </a:endParaRPr>
              </a:p>
            </p:txBody>
          </p:sp>
        </p:grpSp>
      </p:grpSp>
      <p:cxnSp>
        <p:nvCxnSpPr>
          <p:cNvPr id="31" name="肘形连接符 30"/>
          <p:cNvCxnSpPr/>
          <p:nvPr/>
        </p:nvCxnSpPr>
        <p:spPr>
          <a:xfrm rot="5400000" flipH="1" flipV="1">
            <a:off x="3888740" y="2403475"/>
            <a:ext cx="955675" cy="289560"/>
          </a:xfrm>
          <a:prstGeom prst="bentConnector2">
            <a:avLst/>
          </a:prstGeom>
          <a:ln w="31750" cap="rnd">
            <a:solidFill>
              <a:schemeClr val="bg2">
                <a:lumMod val="75000"/>
              </a:schemeClr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肘形连接符 36"/>
          <p:cNvCxnSpPr/>
          <p:nvPr/>
        </p:nvCxnSpPr>
        <p:spPr>
          <a:xfrm rot="5400000" flipV="1">
            <a:off x="4328160" y="3660775"/>
            <a:ext cx="1557655" cy="135890"/>
          </a:xfrm>
          <a:prstGeom prst="bentConnector2">
            <a:avLst/>
          </a:prstGeom>
          <a:ln w="31750" cap="rnd">
            <a:solidFill>
              <a:schemeClr val="bg2">
                <a:lumMod val="75000"/>
              </a:schemeClr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肘形连接符 35"/>
          <p:cNvCxnSpPr/>
          <p:nvPr/>
        </p:nvCxnSpPr>
        <p:spPr>
          <a:xfrm rot="5400000" flipV="1">
            <a:off x="2670810" y="3533775"/>
            <a:ext cx="1515110" cy="295910"/>
          </a:xfrm>
          <a:prstGeom prst="bentConnector2">
            <a:avLst/>
          </a:prstGeom>
          <a:ln w="31750" cap="rnd">
            <a:solidFill>
              <a:schemeClr val="bg2">
                <a:lumMod val="75000"/>
              </a:schemeClr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肘形连接符 34"/>
          <p:cNvCxnSpPr/>
          <p:nvPr/>
        </p:nvCxnSpPr>
        <p:spPr>
          <a:xfrm rot="5400000" flipV="1">
            <a:off x="805815" y="3734435"/>
            <a:ext cx="1341755" cy="68580"/>
          </a:xfrm>
          <a:prstGeom prst="bentConnector2">
            <a:avLst/>
          </a:prstGeom>
          <a:ln w="31750" cap="rnd">
            <a:solidFill>
              <a:schemeClr val="bg2">
                <a:lumMod val="75000"/>
              </a:schemeClr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2" name="肘形连接符 71"/>
          <p:cNvCxnSpPr/>
          <p:nvPr/>
        </p:nvCxnSpPr>
        <p:spPr>
          <a:xfrm rot="5400000" flipH="1" flipV="1">
            <a:off x="144780" y="2397125"/>
            <a:ext cx="955675" cy="289560"/>
          </a:xfrm>
          <a:prstGeom prst="bentConnector2">
            <a:avLst/>
          </a:prstGeom>
          <a:ln w="31750" cap="rnd">
            <a:solidFill>
              <a:schemeClr val="bg2">
                <a:lumMod val="75000"/>
              </a:schemeClr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8" name="文本框 66"/>
          <p:cNvSpPr/>
          <p:nvPr/>
        </p:nvSpPr>
        <p:spPr>
          <a:xfrm>
            <a:off x="761365" y="1854835"/>
            <a:ext cx="1650365" cy="278765"/>
          </a:xfrm>
          <a:prstGeom prst="rect">
            <a:avLst/>
          </a:prstGeom>
          <a:noFill/>
        </p:spPr>
        <p:txBody>
          <a:bodyPr wrap="square" lIns="90170" tIns="46990" rIns="90170" bIns="0" rtlCol="0" anchor="ctr" anchorCtr="0">
            <a:noAutofit/>
          </a:bodyPr>
          <a:lstStyle/>
          <a:p>
            <a:pPr lvl="0" algn="l" fontAlgn="auto">
              <a:lnSpc>
                <a:spcPct val="150000"/>
              </a:lnSpc>
              <a:buClrTx/>
              <a:buSzTx/>
            </a:pPr>
            <a:r>
              <a:rPr lang="zh-CN" altLang="en-US" sz="16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母公司成立</a:t>
            </a:r>
            <a:endParaRPr lang="zh-CN" altLang="en-US" sz="16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cxnSp>
        <p:nvCxnSpPr>
          <p:cNvPr id="79" name="肘形连接符 78"/>
          <p:cNvCxnSpPr/>
          <p:nvPr/>
        </p:nvCxnSpPr>
        <p:spPr>
          <a:xfrm rot="5400000" flipH="1" flipV="1">
            <a:off x="1985645" y="2391410"/>
            <a:ext cx="955675" cy="289560"/>
          </a:xfrm>
          <a:prstGeom prst="bentConnector2">
            <a:avLst/>
          </a:prstGeom>
          <a:ln w="31750" cap="rnd">
            <a:solidFill>
              <a:schemeClr val="bg2">
                <a:lumMod val="75000"/>
              </a:schemeClr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6" name="肘形连接符 85"/>
          <p:cNvCxnSpPr/>
          <p:nvPr/>
        </p:nvCxnSpPr>
        <p:spPr>
          <a:xfrm rot="16200000">
            <a:off x="5346700" y="2698750"/>
            <a:ext cx="1529080" cy="88265"/>
          </a:xfrm>
          <a:prstGeom prst="bentConnector2">
            <a:avLst/>
          </a:prstGeom>
          <a:ln w="31750" cap="rnd">
            <a:solidFill>
              <a:schemeClr val="bg2">
                <a:lumMod val="75000"/>
              </a:schemeClr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3" name="肘形连接符 92"/>
          <p:cNvCxnSpPr/>
          <p:nvPr/>
        </p:nvCxnSpPr>
        <p:spPr>
          <a:xfrm rot="5400000" flipH="1" flipV="1">
            <a:off x="7586345" y="2327275"/>
            <a:ext cx="955675" cy="289560"/>
          </a:xfrm>
          <a:prstGeom prst="bentConnector2">
            <a:avLst/>
          </a:prstGeom>
          <a:ln w="31750" cap="rnd">
            <a:solidFill>
              <a:schemeClr val="bg2">
                <a:lumMod val="75000"/>
              </a:schemeClr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7" name="肘形连接符 106"/>
          <p:cNvCxnSpPr/>
          <p:nvPr/>
        </p:nvCxnSpPr>
        <p:spPr>
          <a:xfrm rot="5400000" flipV="1">
            <a:off x="6557645" y="3667760"/>
            <a:ext cx="1420495" cy="137160"/>
          </a:xfrm>
          <a:prstGeom prst="bentConnector2">
            <a:avLst/>
          </a:prstGeom>
          <a:ln w="31750" cap="rnd">
            <a:solidFill>
              <a:schemeClr val="bg2">
                <a:lumMod val="75000"/>
              </a:schemeClr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4" name="肘形连接符 113"/>
          <p:cNvCxnSpPr/>
          <p:nvPr/>
        </p:nvCxnSpPr>
        <p:spPr>
          <a:xfrm rot="5400000" flipV="1">
            <a:off x="8466455" y="3842385"/>
            <a:ext cx="1065530" cy="143510"/>
          </a:xfrm>
          <a:prstGeom prst="bentConnector2">
            <a:avLst/>
          </a:prstGeom>
          <a:ln w="31750" cap="rnd">
            <a:solidFill>
              <a:schemeClr val="bg2">
                <a:lumMod val="75000"/>
              </a:schemeClr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椭圆 17"/>
          <p:cNvSpPr/>
          <p:nvPr/>
        </p:nvSpPr>
        <p:spPr>
          <a:xfrm rot="16200000">
            <a:off x="80645" y="2874645"/>
            <a:ext cx="776605" cy="808355"/>
          </a:xfrm>
          <a:prstGeom prst="ellipse">
            <a:avLst/>
          </a:prstGeom>
          <a:solidFill>
            <a:srgbClr val="267E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defTabSz="685800" fontAlgn="auto">
              <a:lnSpc>
                <a:spcPct val="100000"/>
              </a:lnSpc>
            </a:pPr>
            <a:r>
              <a:rPr lang="en-US" altLang="zh-CN" sz="15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2006</a:t>
            </a:r>
            <a:endParaRPr lang="en-US" altLang="zh-CN" sz="1500" b="1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 rot="16200000">
            <a:off x="1022350" y="2874645"/>
            <a:ext cx="776605" cy="808355"/>
          </a:xfrm>
          <a:prstGeom prst="ellipse">
            <a:avLst/>
          </a:prstGeom>
          <a:solidFill>
            <a:srgbClr val="267E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defTabSz="685800" fontAlgn="auto">
              <a:lnSpc>
                <a:spcPct val="100000"/>
              </a:lnSpc>
            </a:pPr>
            <a:r>
              <a:rPr lang="en-US" altLang="zh-CN" sz="15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2010</a:t>
            </a:r>
            <a:endParaRPr lang="en-US" altLang="zh-CN" sz="1500" b="1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0" name="椭圆 19"/>
          <p:cNvSpPr/>
          <p:nvPr/>
        </p:nvSpPr>
        <p:spPr>
          <a:xfrm rot="16200000">
            <a:off x="1964055" y="2874645"/>
            <a:ext cx="776605" cy="808355"/>
          </a:xfrm>
          <a:prstGeom prst="ellipse">
            <a:avLst/>
          </a:prstGeom>
          <a:solidFill>
            <a:srgbClr val="267E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defTabSz="685800" fontAlgn="auto">
              <a:lnSpc>
                <a:spcPct val="100000"/>
              </a:lnSpc>
            </a:pPr>
            <a:r>
              <a:rPr lang="en-US" altLang="zh-CN" sz="15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2015</a:t>
            </a:r>
            <a:endParaRPr lang="en-US" altLang="zh-CN" sz="1500" b="1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 rot="16200000">
            <a:off x="2905760" y="2874645"/>
            <a:ext cx="776605" cy="808355"/>
          </a:xfrm>
          <a:prstGeom prst="ellipse">
            <a:avLst/>
          </a:prstGeom>
          <a:solidFill>
            <a:srgbClr val="267E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defTabSz="685800" fontAlgn="auto">
              <a:lnSpc>
                <a:spcPct val="100000"/>
              </a:lnSpc>
            </a:pPr>
            <a:r>
              <a:rPr lang="en-US" altLang="zh-CN" sz="15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2016</a:t>
            </a:r>
            <a:endParaRPr lang="en-US" altLang="zh-CN" sz="1500" b="1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2" name="椭圆 21"/>
          <p:cNvSpPr/>
          <p:nvPr/>
        </p:nvSpPr>
        <p:spPr>
          <a:xfrm rot="16200000">
            <a:off x="3847465" y="2874645"/>
            <a:ext cx="776605" cy="808355"/>
          </a:xfrm>
          <a:prstGeom prst="ellipse">
            <a:avLst/>
          </a:prstGeom>
          <a:solidFill>
            <a:srgbClr val="267E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defTabSz="685800" fontAlgn="auto">
              <a:lnSpc>
                <a:spcPct val="100000"/>
              </a:lnSpc>
            </a:pPr>
            <a:r>
              <a:rPr lang="en-US" altLang="zh-CN" sz="15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2018</a:t>
            </a:r>
            <a:endParaRPr lang="en-US" altLang="zh-CN" sz="1500" b="1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3" name="椭圆 22"/>
          <p:cNvSpPr/>
          <p:nvPr/>
        </p:nvSpPr>
        <p:spPr>
          <a:xfrm rot="16200000">
            <a:off x="4789170" y="2874645"/>
            <a:ext cx="776605" cy="808355"/>
          </a:xfrm>
          <a:prstGeom prst="ellipse">
            <a:avLst/>
          </a:prstGeom>
          <a:solidFill>
            <a:srgbClr val="267E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defTabSz="685800" fontAlgn="auto">
              <a:lnSpc>
                <a:spcPct val="100000"/>
              </a:lnSpc>
            </a:pPr>
            <a:r>
              <a:rPr lang="en-US" altLang="zh-CN" sz="15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2019</a:t>
            </a:r>
            <a:endParaRPr lang="en-US" altLang="zh-CN" sz="1500" b="1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4" name="椭圆 23"/>
          <p:cNvSpPr/>
          <p:nvPr/>
        </p:nvSpPr>
        <p:spPr>
          <a:xfrm rot="16200000">
            <a:off x="5730875" y="2874645"/>
            <a:ext cx="776605" cy="808355"/>
          </a:xfrm>
          <a:prstGeom prst="ellipse">
            <a:avLst/>
          </a:prstGeom>
          <a:solidFill>
            <a:srgbClr val="267E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defTabSz="685800" fontAlgn="auto">
              <a:lnSpc>
                <a:spcPct val="100000"/>
              </a:lnSpc>
            </a:pPr>
            <a:r>
              <a:rPr lang="en-US" altLang="zh-CN" sz="15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2021</a:t>
            </a:r>
            <a:endParaRPr lang="en-US" altLang="zh-CN" sz="1500" b="1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 rot="16200000">
            <a:off x="6672580" y="2874645"/>
            <a:ext cx="776605" cy="808355"/>
          </a:xfrm>
          <a:prstGeom prst="ellipse">
            <a:avLst/>
          </a:prstGeom>
          <a:solidFill>
            <a:srgbClr val="267E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defTabSz="685800" fontAlgn="auto">
              <a:lnSpc>
                <a:spcPct val="100000"/>
              </a:lnSpc>
            </a:pPr>
            <a:r>
              <a:rPr lang="en-US" altLang="zh-CN" sz="15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2022</a:t>
            </a:r>
            <a:endParaRPr lang="en-US" altLang="zh-CN" sz="1500" b="1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 rot="16200000">
            <a:off x="7614285" y="2874645"/>
            <a:ext cx="776605" cy="808355"/>
          </a:xfrm>
          <a:prstGeom prst="ellipse">
            <a:avLst/>
          </a:prstGeom>
          <a:solidFill>
            <a:srgbClr val="267E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defTabSz="685800" fontAlgn="auto">
              <a:lnSpc>
                <a:spcPct val="100000"/>
              </a:lnSpc>
            </a:pPr>
            <a:r>
              <a:rPr lang="en-US" altLang="zh-CN" sz="15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2023</a:t>
            </a:r>
            <a:endParaRPr lang="en-US" altLang="zh-CN" sz="1500" b="1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 rot="16200000">
            <a:off x="8555990" y="2874645"/>
            <a:ext cx="776605" cy="808355"/>
          </a:xfrm>
          <a:prstGeom prst="ellipse">
            <a:avLst/>
          </a:prstGeom>
          <a:solidFill>
            <a:srgbClr val="267E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defTabSz="685800" fontAlgn="auto">
              <a:lnSpc>
                <a:spcPct val="100000"/>
              </a:lnSpc>
            </a:pPr>
            <a:r>
              <a:rPr lang="en-US" altLang="zh-CN" sz="15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2024</a:t>
            </a:r>
            <a:endParaRPr lang="en-US" altLang="zh-CN" sz="1500" b="1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8" name="矩形 37"/>
          <p:cNvSpPr/>
          <p:nvPr>
            <p:custDataLst>
              <p:tags r:id="rId1"/>
            </p:custDataLst>
          </p:nvPr>
        </p:nvSpPr>
        <p:spPr>
          <a:xfrm>
            <a:off x="1511300" y="4280535"/>
            <a:ext cx="2234565" cy="317500"/>
          </a:xfrm>
          <a:prstGeom prst="rect">
            <a:avLst/>
          </a:prstGeom>
          <a:noFill/>
        </p:spPr>
        <p:txBody>
          <a:bodyPr wrap="square" lIns="90170" tIns="46990" rIns="90170" bIns="0" rtlCol="0" anchor="ctr" anchorCtr="0">
            <a:noAutofit/>
          </a:bodyPr>
          <a:lstStyle/>
          <a:p>
            <a:pPr lvl="0" algn="l" fontAlgn="auto">
              <a:lnSpc>
                <a:spcPct val="150000"/>
              </a:lnSpc>
              <a:buClrTx/>
              <a:buSzTx/>
            </a:pPr>
            <a:r>
              <a:rPr lang="zh-CN" altLang="en-US" sz="16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进入美国市场</a:t>
            </a:r>
            <a:endParaRPr lang="zh-CN" altLang="en-US" sz="16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  <a:p>
            <a:pPr lvl="0" algn="l" fontAlgn="auto">
              <a:lnSpc>
                <a:spcPct val="150000"/>
              </a:lnSpc>
              <a:buClrTx/>
              <a:buSzTx/>
            </a:pPr>
            <a:r>
              <a:rPr lang="zh-CN" altLang="en-US" sz="16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并购康德莱研究所</a:t>
            </a:r>
            <a:endParaRPr lang="zh-CN" altLang="en-US" sz="16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39" name="矩形 38"/>
          <p:cNvSpPr/>
          <p:nvPr>
            <p:custDataLst>
              <p:tags r:id="rId2"/>
            </p:custDataLst>
          </p:nvPr>
        </p:nvSpPr>
        <p:spPr>
          <a:xfrm>
            <a:off x="2604135" y="1819910"/>
            <a:ext cx="2234565" cy="317500"/>
          </a:xfrm>
          <a:prstGeom prst="rect">
            <a:avLst/>
          </a:prstGeom>
          <a:noFill/>
        </p:spPr>
        <p:txBody>
          <a:bodyPr wrap="square" lIns="90170" tIns="46990" rIns="90170" bIns="0" rtlCol="0" anchor="ctr" anchorCtr="0">
            <a:noAutofit/>
          </a:bodyPr>
          <a:lstStyle/>
          <a:p>
            <a:pPr lvl="0" algn="l" fontAlgn="auto">
              <a:lnSpc>
                <a:spcPct val="150000"/>
              </a:lnSpc>
              <a:buClrTx/>
              <a:buSzTx/>
              <a:buFont typeface="Arial" panose="020B0604020202020204" pitchFamily="34" charset="0"/>
            </a:pPr>
            <a:r>
              <a:rPr lang="zh-CN" altLang="en-US" sz="16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完成股份改制</a:t>
            </a:r>
            <a:endParaRPr lang="zh-CN" altLang="en-US" sz="16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40" name="矩形 39"/>
          <p:cNvSpPr/>
          <p:nvPr>
            <p:custDataLst>
              <p:tags r:id="rId3"/>
            </p:custDataLst>
          </p:nvPr>
        </p:nvSpPr>
        <p:spPr>
          <a:xfrm>
            <a:off x="3527425" y="4022090"/>
            <a:ext cx="1440815" cy="696595"/>
          </a:xfrm>
          <a:prstGeom prst="rect">
            <a:avLst/>
          </a:prstGeom>
          <a:noFill/>
        </p:spPr>
        <p:txBody>
          <a:bodyPr wrap="square" lIns="90170" tIns="46990" rIns="90170" bIns="0" rtlCol="0" anchor="ctr" anchorCtr="0">
            <a:noAutofit/>
          </a:bodyPr>
          <a:lstStyle/>
          <a:p>
            <a:pPr lvl="0" algn="l" fontAlgn="auto">
              <a:lnSpc>
                <a:spcPct val="150000"/>
              </a:lnSpc>
              <a:buClrTx/>
              <a:buSzTx/>
            </a:pPr>
            <a:r>
              <a:rPr lang="zh-CN" altLang="en-US" sz="16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成立珠海德瑞</a:t>
            </a:r>
            <a:endParaRPr lang="zh-CN" altLang="en-US" sz="16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4511675" y="1629410"/>
            <a:ext cx="2416810" cy="835025"/>
          </a:xfrm>
          <a:prstGeom prst="rect">
            <a:avLst/>
          </a:prstGeom>
          <a:noFill/>
        </p:spPr>
        <p:txBody>
          <a:bodyPr wrap="square" lIns="90170" tIns="46990" rIns="90170" bIns="0" rtlCol="0" anchor="ctr" anchorCtr="0">
            <a:noAutofit/>
          </a:bodyPr>
          <a:lstStyle/>
          <a:p>
            <a:pPr lvl="0" algn="l" fontAlgn="auto">
              <a:lnSpc>
                <a:spcPct val="150000"/>
              </a:lnSpc>
              <a:buClrTx/>
              <a:buSzTx/>
            </a:pPr>
            <a:r>
              <a:rPr lang="zh-CN" altLang="en-US" sz="16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成立七木医疗</a:t>
            </a:r>
            <a:endParaRPr lang="zh-CN" altLang="en-US" sz="16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  <a:p>
            <a:pPr lvl="0" algn="l" fontAlgn="auto">
              <a:lnSpc>
                <a:spcPct val="150000"/>
              </a:lnSpc>
              <a:buClrTx/>
              <a:buSzTx/>
            </a:pPr>
            <a:r>
              <a:rPr lang="zh-CN" altLang="en-US" sz="16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成立璞慧医疗</a:t>
            </a:r>
            <a:endParaRPr lang="zh-CN" altLang="en-US" sz="16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  <a:p>
            <a:pPr lvl="0" algn="l" fontAlgn="auto">
              <a:lnSpc>
                <a:spcPct val="150000"/>
              </a:lnSpc>
              <a:buClrTx/>
              <a:buSzTx/>
            </a:pPr>
            <a:r>
              <a:rPr lang="zh-CN" altLang="en-US" sz="16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成立璞康医疗</a:t>
            </a:r>
            <a:endParaRPr lang="zh-CN" altLang="en-US" sz="16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6155690" y="1629410"/>
            <a:ext cx="3185795" cy="835025"/>
          </a:xfrm>
          <a:prstGeom prst="rect">
            <a:avLst/>
          </a:prstGeom>
          <a:noFill/>
        </p:spPr>
        <p:txBody>
          <a:bodyPr wrap="square" lIns="90170" tIns="46990" rIns="90170" bIns="0" rtlCol="0" anchor="ctr" anchorCtr="0">
            <a:noAutofit/>
          </a:bodyPr>
          <a:lstStyle/>
          <a:p>
            <a:pPr lvl="0" algn="l" fontAlgn="auto">
              <a:lnSpc>
                <a:spcPct val="150000"/>
              </a:lnSpc>
              <a:buClrTx/>
              <a:buSzTx/>
            </a:pPr>
            <a:r>
              <a:rPr lang="zh-CN" altLang="en-US" sz="16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成立璞跃医疗</a:t>
            </a:r>
            <a:endParaRPr lang="zh-CN" altLang="en-US" sz="16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  <a:p>
            <a:pPr lvl="0" algn="l" fontAlgn="auto">
              <a:lnSpc>
                <a:spcPct val="150000"/>
              </a:lnSpc>
              <a:buClrTx/>
              <a:buSzTx/>
            </a:pPr>
            <a:r>
              <a:rPr lang="zh-CN" altLang="en-US" sz="16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成立山东瑛泰</a:t>
            </a:r>
            <a:endParaRPr lang="zh-CN" altLang="en-US" sz="16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  <a:p>
            <a:pPr lvl="0" algn="l" fontAlgn="auto">
              <a:lnSpc>
                <a:spcPct val="150000"/>
              </a:lnSpc>
              <a:buClrTx/>
              <a:buSzTx/>
            </a:pPr>
            <a:r>
              <a:rPr lang="zh-CN" altLang="en-US" sz="16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成立璞霖医疗</a:t>
            </a:r>
            <a:endParaRPr lang="zh-CN" altLang="en-US" sz="16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7336790" y="4171950"/>
            <a:ext cx="2466340" cy="571500"/>
          </a:xfrm>
          <a:prstGeom prst="rect">
            <a:avLst/>
          </a:prstGeom>
          <a:noFill/>
        </p:spPr>
        <p:txBody>
          <a:bodyPr wrap="square" lIns="90170" tIns="46990" rIns="90170" bIns="0" rtlCol="0" anchor="ctr" anchorCtr="0">
            <a:noAutofit/>
          </a:bodyPr>
          <a:lstStyle/>
          <a:p>
            <a:pPr lvl="0" algn="l" fontAlgn="auto">
              <a:lnSpc>
                <a:spcPct val="150000"/>
              </a:lnSpc>
              <a:buClrTx/>
              <a:buSzTx/>
            </a:pPr>
            <a:r>
              <a:rPr lang="zh-CN" altLang="en-US" sz="16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成立瑛泰生物</a:t>
            </a:r>
            <a:endParaRPr lang="zh-CN" altLang="en-US" sz="16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  <a:p>
            <a:pPr lvl="0" algn="l" fontAlgn="auto">
              <a:lnSpc>
                <a:spcPct val="150000"/>
              </a:lnSpc>
              <a:buClrTx/>
              <a:buSzTx/>
            </a:pPr>
            <a:r>
              <a:rPr lang="zh-CN" altLang="en-US" sz="16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成立瑛泰璞润</a:t>
            </a:r>
            <a:endParaRPr lang="zh-CN" altLang="en-US" sz="16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8207375" y="1737995"/>
            <a:ext cx="1502410" cy="395605"/>
          </a:xfrm>
          <a:prstGeom prst="rect">
            <a:avLst/>
          </a:prstGeom>
          <a:noFill/>
        </p:spPr>
        <p:txBody>
          <a:bodyPr wrap="square" lIns="90170" tIns="46990" rIns="90170" bIns="0" rtlCol="0" anchor="ctr" anchorCtr="0">
            <a:noAutofit/>
          </a:bodyPr>
          <a:lstStyle/>
          <a:p>
            <a:pPr lvl="0" algn="l" fontAlgn="auto">
              <a:lnSpc>
                <a:spcPct val="150000"/>
              </a:lnSpc>
              <a:buClrTx/>
              <a:buSzTx/>
            </a:pPr>
            <a:r>
              <a:rPr lang="zh-CN" altLang="en-US" sz="16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更名为</a:t>
            </a:r>
            <a:endParaRPr lang="zh-CN" altLang="en-US" sz="16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  <a:p>
            <a:pPr lvl="0" algn="l" fontAlgn="auto">
              <a:lnSpc>
                <a:spcPct val="150000"/>
              </a:lnSpc>
              <a:buClrTx/>
              <a:buSzTx/>
            </a:pPr>
            <a:r>
              <a:rPr lang="zh-CN" altLang="en-US" sz="16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瑛泰医疗</a:t>
            </a:r>
            <a:endParaRPr lang="zh-CN" altLang="en-US" sz="16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9143365" y="4171950"/>
            <a:ext cx="2012950" cy="571500"/>
          </a:xfrm>
          <a:prstGeom prst="rect">
            <a:avLst/>
          </a:prstGeom>
          <a:noFill/>
        </p:spPr>
        <p:txBody>
          <a:bodyPr wrap="square" lIns="90170" tIns="46990" rIns="90170" bIns="0" rtlCol="0" anchor="ctr" anchorCtr="0">
            <a:noAutofit/>
          </a:bodyPr>
          <a:lstStyle/>
          <a:p>
            <a:pPr lvl="0" algn="l" fontAlgn="auto">
              <a:lnSpc>
                <a:spcPct val="150000"/>
              </a:lnSpc>
              <a:buClrTx/>
              <a:buSzTx/>
            </a:pPr>
            <a:r>
              <a:rPr lang="zh-CN" altLang="en-US" sz="16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成立泰嘉瑞</a:t>
            </a:r>
            <a:endParaRPr lang="zh-CN" altLang="en-US" sz="16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  <a:p>
            <a:pPr lvl="0" algn="l" fontAlgn="auto">
              <a:lnSpc>
                <a:spcPct val="150000"/>
              </a:lnSpc>
              <a:buClrTx/>
              <a:buSzTx/>
            </a:pPr>
            <a:r>
              <a:rPr lang="zh-CN" altLang="en-US" sz="16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成立吉尔邦</a:t>
            </a:r>
            <a:endParaRPr lang="zh-CN" altLang="en-US" sz="16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  <a:p>
            <a:pPr lvl="0" algn="l" fontAlgn="auto">
              <a:lnSpc>
                <a:spcPct val="150000"/>
              </a:lnSpc>
              <a:buClrTx/>
              <a:buSzTx/>
            </a:pPr>
            <a:r>
              <a:rPr lang="zh-CN" altLang="en-US" sz="16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成立瑛泰昇活</a:t>
            </a:r>
            <a:endParaRPr lang="zh-CN" altLang="en-US" sz="16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175250" y="4022090"/>
            <a:ext cx="2826385" cy="835025"/>
          </a:xfrm>
          <a:prstGeom prst="rect">
            <a:avLst/>
          </a:prstGeom>
          <a:noFill/>
        </p:spPr>
        <p:txBody>
          <a:bodyPr wrap="square" lIns="90170" tIns="46990" rIns="90170" bIns="0" rtlCol="0" anchor="ctr" anchorCtr="0">
            <a:noAutofit/>
          </a:bodyPr>
          <a:lstStyle/>
          <a:p>
            <a:pPr lvl="0" algn="l" fontAlgn="auto">
              <a:lnSpc>
                <a:spcPct val="150000"/>
              </a:lnSpc>
              <a:buClrTx/>
              <a:buSzTx/>
            </a:pPr>
            <a:r>
              <a:rPr lang="zh-CN" altLang="en-US" sz="16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香港联交所主板上市</a:t>
            </a:r>
            <a:endParaRPr lang="zh-CN" altLang="en-US" sz="16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  <a:p>
            <a:pPr lvl="0" algn="l" fontAlgn="auto">
              <a:lnSpc>
                <a:spcPct val="150000"/>
              </a:lnSpc>
              <a:buClrTx/>
              <a:buSzTx/>
            </a:pPr>
            <a:r>
              <a:rPr lang="zh-CN" altLang="en-US" sz="16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成立翰凌医疗</a:t>
            </a:r>
            <a:endParaRPr lang="zh-CN" altLang="en-US" sz="16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  <a:p>
            <a:pPr lvl="0" algn="l" fontAlgn="auto">
              <a:lnSpc>
                <a:spcPct val="150000"/>
              </a:lnSpc>
              <a:buClrTx/>
              <a:buSzTx/>
            </a:pPr>
            <a:r>
              <a:rPr lang="zh-CN" altLang="en-US" sz="16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成立香港瑛泰</a:t>
            </a:r>
            <a:endParaRPr lang="zh-CN" altLang="en-US" sz="16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3" name="椭圆 2"/>
          <p:cNvSpPr/>
          <p:nvPr/>
        </p:nvSpPr>
        <p:spPr>
          <a:xfrm rot="16200000">
            <a:off x="9497695" y="2864485"/>
            <a:ext cx="776605" cy="808355"/>
          </a:xfrm>
          <a:prstGeom prst="ellipse">
            <a:avLst/>
          </a:prstGeom>
          <a:solidFill>
            <a:srgbClr val="267E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p>
            <a:pPr algn="ctr" defTabSz="685800" fontAlgn="auto">
              <a:lnSpc>
                <a:spcPct val="100000"/>
              </a:lnSpc>
            </a:pPr>
            <a:r>
              <a:rPr lang="en-US" altLang="zh-CN" sz="15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2025</a:t>
            </a:r>
            <a:endParaRPr lang="en-US" altLang="zh-CN" sz="1500" b="1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153015" y="1737995"/>
            <a:ext cx="1176655" cy="395605"/>
          </a:xfrm>
          <a:prstGeom prst="rect">
            <a:avLst/>
          </a:prstGeom>
          <a:noFill/>
        </p:spPr>
        <p:txBody>
          <a:bodyPr wrap="square" lIns="90170" tIns="46990" rIns="90170" bIns="0" rtlCol="0" anchor="ctr" anchorCtr="0">
            <a:noAutofit/>
          </a:bodyPr>
          <a:p>
            <a:pPr lvl="0" algn="l" fontAlgn="auto">
              <a:lnSpc>
                <a:spcPct val="150000"/>
              </a:lnSpc>
              <a:buClrTx/>
              <a:buSzTx/>
            </a:pPr>
            <a:r>
              <a:rPr lang="zh-CN" altLang="en-US" sz="16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收购</a:t>
            </a:r>
            <a:endParaRPr lang="zh-CN" altLang="en-US" sz="16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  <a:p>
            <a:pPr lvl="0" algn="l" fontAlgn="auto">
              <a:lnSpc>
                <a:spcPct val="150000"/>
              </a:lnSpc>
              <a:buClrTx/>
              <a:buSzTx/>
            </a:pPr>
            <a:r>
              <a:rPr lang="zh-CN" altLang="en-US" sz="16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唯强医疗</a:t>
            </a:r>
            <a:endParaRPr lang="zh-CN" altLang="en-US" sz="16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7" name="椭圆 6"/>
          <p:cNvSpPr/>
          <p:nvPr/>
        </p:nvSpPr>
        <p:spPr>
          <a:xfrm rot="16200000">
            <a:off x="10439400" y="2874645"/>
            <a:ext cx="776605" cy="808355"/>
          </a:xfrm>
          <a:prstGeom prst="ellipse">
            <a:avLst/>
          </a:prstGeom>
          <a:solidFill>
            <a:srgbClr val="267E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p>
            <a:pPr algn="ctr" defTabSz="685800" fontAlgn="auto">
              <a:lnSpc>
                <a:spcPct val="100000"/>
              </a:lnSpc>
            </a:pPr>
            <a:r>
              <a:rPr lang="en-US" altLang="zh-CN" sz="15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2026</a:t>
            </a:r>
            <a:endParaRPr lang="en-US" altLang="zh-CN" sz="1500" b="1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776585" y="3213100"/>
            <a:ext cx="1721485" cy="2639060"/>
          </a:xfrm>
          <a:prstGeom prst="rect">
            <a:avLst/>
          </a:prstGeom>
          <a:noFill/>
        </p:spPr>
        <p:txBody>
          <a:bodyPr wrap="square" lIns="90170" tIns="46990" rIns="90170" bIns="0" rtlCol="0" anchor="ctr" anchorCtr="0">
            <a:noAutofit/>
          </a:bodyPr>
          <a:p>
            <a:pPr lvl="0" algn="l" fontAlgn="auto">
              <a:lnSpc>
                <a:spcPct val="150000"/>
              </a:lnSpc>
              <a:spcBef>
                <a:spcPts val="600"/>
              </a:spcBef>
              <a:buClrTx/>
              <a:buSzTx/>
            </a:pPr>
            <a:r>
              <a:rPr lang="zh-CN" altLang="en-US"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投资德诺电生理、德晋医疗、</a:t>
            </a:r>
            <a:r>
              <a:rPr lang="en-US" altLang="zh-CN"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...</a:t>
            </a:r>
            <a:endParaRPr lang="zh-CN" altLang="en-US" sz="14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  <a:p>
            <a:pPr lvl="0" algn="l" fontAlgn="auto">
              <a:lnSpc>
                <a:spcPct val="150000"/>
              </a:lnSpc>
              <a:spcBef>
                <a:spcPts val="1200"/>
              </a:spcBef>
              <a:buClrTx/>
              <a:buSzTx/>
            </a:pPr>
            <a:r>
              <a:rPr lang="zh-CN" altLang="en-US"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启动创业板IPO，形成H+A 布局</a:t>
            </a:r>
            <a:endParaRPr lang="zh-CN" altLang="en-US" sz="14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MH" val="20160221112753"/>
  <p:tag name="MH_LIBRARY" val="CONTENTS"/>
  <p:tag name="MH_TYPE" val="OTHERS"/>
  <p:tag name="ID" val="545290"/>
</p:tagLst>
</file>

<file path=ppt/tags/tag132.xml><?xml version="1.0" encoding="utf-8"?>
<p:tagLst xmlns:p="http://schemas.openxmlformats.org/presentationml/2006/main">
  <p:tag name="MH" val="20160221112753"/>
  <p:tag name="MH_LIBRARY" val="CONTENTS"/>
  <p:tag name="MH_TYPE" val="OTHERS"/>
  <p:tag name="ID" val="545290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93_3*m_h_a*1_2_1"/>
  <p:tag name="KSO_WM_TEMPLATE_CATEGORY" val="diagram"/>
  <p:tag name="KSO_WM_TEMPLATE_INDEX" val="20231493"/>
  <p:tag name="KSO_WM_UNIT_LAYERLEVEL" val="1_1_1"/>
  <p:tag name="KSO_WM_TAG_VERSION" val="3.0"/>
  <p:tag name="KSO_WM_UNIT_ISCONTENTSTITLE" val="0"/>
  <p:tag name="KSO_WM_UNIT_ISNUMDGMTITLE" val="0"/>
  <p:tag name="KSO_WM_UNIT_NOCLEAR" val="0"/>
  <p:tag name="KSO_WM_DIAGRAM_GROUP_CODE" val="m1-1"/>
  <p:tag name="KSO_WM_UNIT_TYPE" val="m_h_a"/>
  <p:tag name="KSO_WM_UNIT_INDEX" val="1_2_1"/>
  <p:tag name="KSO_WM_UNIT_VALUE" val="4"/>
  <p:tag name="KSO_WM_DIAGRAM_VERSION" val="3"/>
  <p:tag name="KSO_WM_DIAGRAM_COLOR_TRICK" val="1"/>
  <p:tag name="KSO_WM_DIAGRAM_COLOR_TEXT_CAN_REMOVE" val="n"/>
  <p:tag name="KSO_WM_DIAGRAM_MAX_ITEMCNT" val="4"/>
  <p:tag name="KSO_WM_DIAGRAM_MIN_ITEMCNT" val="1"/>
  <p:tag name="KSO_WM_DIAGRAM_VIRTUALLY_FRAME" val="{&quot;height&quot;:416.20001220703125,&quot;left&quot;:0,&quot;top&quot;:84.07499389648437,&quot;width&quot;:1028.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93_3*m_h_a*1_2_1"/>
  <p:tag name="KSO_WM_TEMPLATE_CATEGORY" val="diagram"/>
  <p:tag name="KSO_WM_TEMPLATE_INDEX" val="20231493"/>
  <p:tag name="KSO_WM_UNIT_LAYERLEVEL" val="1_1_1"/>
  <p:tag name="KSO_WM_TAG_VERSION" val="3.0"/>
  <p:tag name="KSO_WM_UNIT_ISCONTENTSTITLE" val="0"/>
  <p:tag name="KSO_WM_UNIT_ISNUMDGMTITLE" val="0"/>
  <p:tag name="KSO_WM_UNIT_NOCLEAR" val="0"/>
  <p:tag name="KSO_WM_DIAGRAM_GROUP_CODE" val="m1-1"/>
  <p:tag name="KSO_WM_UNIT_TYPE" val="m_h_a"/>
  <p:tag name="KSO_WM_UNIT_INDEX" val="1_2_1"/>
  <p:tag name="KSO_WM_UNIT_VALUE" val="4"/>
  <p:tag name="KSO_WM_DIAGRAM_VERSION" val="3"/>
  <p:tag name="KSO_WM_DIAGRAM_COLOR_TRICK" val="1"/>
  <p:tag name="KSO_WM_DIAGRAM_COLOR_TEXT_CAN_REMOVE" val="n"/>
  <p:tag name="KSO_WM_DIAGRAM_MAX_ITEMCNT" val="4"/>
  <p:tag name="KSO_WM_DIAGRAM_MIN_ITEMCNT" val="1"/>
  <p:tag name="KSO_WM_DIAGRAM_VIRTUALLY_FRAME" val="{&quot;height&quot;:416.20001220703125,&quot;left&quot;:0,&quot;top&quot;:84.07499389648437,&quot;width&quot;:1028.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93_3*m_h_a*1_2_1"/>
  <p:tag name="KSO_WM_TEMPLATE_CATEGORY" val="diagram"/>
  <p:tag name="KSO_WM_TEMPLATE_INDEX" val="20231493"/>
  <p:tag name="KSO_WM_UNIT_LAYERLEVEL" val="1_1_1"/>
  <p:tag name="KSO_WM_TAG_VERSION" val="3.0"/>
  <p:tag name="KSO_WM_UNIT_ISCONTENTSTITLE" val="0"/>
  <p:tag name="KSO_WM_UNIT_ISNUMDGMTITLE" val="0"/>
  <p:tag name="KSO_WM_UNIT_NOCLEAR" val="0"/>
  <p:tag name="KSO_WM_DIAGRAM_GROUP_CODE" val="m1-1"/>
  <p:tag name="KSO_WM_UNIT_TYPE" val="m_h_a"/>
  <p:tag name="KSO_WM_UNIT_INDEX" val="1_2_1"/>
  <p:tag name="KSO_WM_UNIT_VALUE" val="4"/>
  <p:tag name="KSO_WM_DIAGRAM_VERSION" val="3"/>
  <p:tag name="KSO_WM_DIAGRAM_COLOR_TRICK" val="1"/>
  <p:tag name="KSO_WM_DIAGRAM_COLOR_TEXT_CAN_REMOVE" val="n"/>
  <p:tag name="KSO_WM_DIAGRAM_MAX_ITEMCNT" val="4"/>
  <p:tag name="KSO_WM_DIAGRAM_MIN_ITEMCNT" val="1"/>
  <p:tag name="KSO_WM_DIAGRAM_VIRTUALLY_FRAME" val="{&quot;height&quot;:416.20001220703125,&quot;left&quot;:0,&quot;top&quot;:84.07499389648437,&quot;width&quot;:1028.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</p:tagLst>
</file>

<file path=ppt/tags/tag148.xml><?xml version="1.0" encoding="utf-8"?>
<p:tagLst xmlns:p="http://schemas.openxmlformats.org/presentationml/2006/main">
  <p:tag name="KSO_WM_BEAUTIFY_FLAG" val="#wm#"/>
  <p:tag name="KSO_WM_TEMPLATE_CATEGORY" val="diagram"/>
  <p:tag name="KSO_WM_TEMPLATE_INDEX" val="20231493"/>
</p:tagLst>
</file>

<file path=ppt/tags/tag149.xml><?xml version="1.0" encoding="utf-8"?>
<p:tagLst xmlns:p="http://schemas.openxmlformats.org/presentationml/2006/main">
  <p:tag name="KSO_WPP_MARK_KEY" val="45578073-de92-47fe-a66f-eb02ffc047d9"/>
  <p:tag name="ISLIDE.GUIDESSETTING" val="{&quot;Id&quot;:&quot;0b536f49-429a-43d8-8fca-14da51b46d5b&quot;,&quot;Name&quot;:null,&quot;Kind&quot;:&quot;Custom&quot;,&quot;OldGuidesSetting&quot;:{&quot;HeaderHeight&quot;:0.0,&quot;FooterHeight&quot;:0.0,&quot;SideMargin&quot;:0.0,&quot;TopMargin&quot;:0.0,&quot;BottomMargin&quot;:0.0,&quot;IntervalMargin&quot;:0.0}}"/>
  <p:tag name="COMMONDATA" val="eyJoZGlkIjoiYTM4MTgyYmY3ZTFkNDVjNmNkMzM2ZTcwZGIzODBkYTQifQ=="/>
  <p:tag name="RESOURCE_RECORD_KEY" val="{&quot;8&quot;:[20475435]}"/>
  <p:tag name="commondata" val="eyJoZGlkIjoiMTMwODE3ZGZhYjU5OTFkODcxMjJiYTMxNDY4MTBiNTQifQ=="/>
</p:tagLst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_rels/them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第一PPT，www.1ppt.com​">
  <a:themeElements>
    <a:clrScheme name="自定义 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0070C0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积分">
  <a:themeElements>
    <a:clrScheme name="积分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积分">
      <a:majorFont>
        <a:latin typeface="Tw Cen MT Condensed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积分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7_INT母版">
  <a:themeElements>
    <a:clrScheme name="INT颜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034A90"/>
      </a:accent1>
      <a:accent2>
        <a:srgbClr val="58B6E5"/>
      </a:accent2>
      <a:accent3>
        <a:srgbClr val="BFBFBF"/>
      </a:accent3>
      <a:accent4>
        <a:srgbClr val="FFBA55"/>
      </a:accent4>
      <a:accent5>
        <a:srgbClr val="023160"/>
      </a:accent5>
      <a:accent6>
        <a:srgbClr val="C2DFFD"/>
      </a:accent6>
      <a:hlink>
        <a:srgbClr val="314273"/>
      </a:hlink>
      <a:folHlink>
        <a:srgbClr val="58B6E5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66DCA"/>
        </a:solidFill>
        <a:ln w="19050">
          <a:solidFill>
            <a:schemeClr val="accent5">
              <a:lumMod val="90000"/>
              <a:lumOff val="10000"/>
            </a:schemeClr>
          </a:solidFill>
        </a:ln>
      </a:spPr>
      <a:bodyPr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INT母版">
  <a:themeElements>
    <a:clrScheme name="INT颜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034A90"/>
      </a:accent1>
      <a:accent2>
        <a:srgbClr val="58B6E5"/>
      </a:accent2>
      <a:accent3>
        <a:srgbClr val="BFBFBF"/>
      </a:accent3>
      <a:accent4>
        <a:srgbClr val="FFBA55"/>
      </a:accent4>
      <a:accent5>
        <a:srgbClr val="023160"/>
      </a:accent5>
      <a:accent6>
        <a:srgbClr val="C2DFFD"/>
      </a:accent6>
      <a:hlink>
        <a:srgbClr val="314273"/>
      </a:hlink>
      <a:folHlink>
        <a:srgbClr val="58B6E5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66DCA"/>
        </a:solidFill>
        <a:ln w="19050">
          <a:solidFill>
            <a:schemeClr val="accent5">
              <a:lumMod val="90000"/>
              <a:lumOff val="10000"/>
            </a:schemeClr>
          </a:solidFill>
        </a:ln>
      </a:spPr>
      <a:bodyPr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2_INT母版">
  <a:themeElements>
    <a:clrScheme name="INT颜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034A90"/>
      </a:accent1>
      <a:accent2>
        <a:srgbClr val="58B6E5"/>
      </a:accent2>
      <a:accent3>
        <a:srgbClr val="BFBFBF"/>
      </a:accent3>
      <a:accent4>
        <a:srgbClr val="FFBA55"/>
      </a:accent4>
      <a:accent5>
        <a:srgbClr val="023160"/>
      </a:accent5>
      <a:accent6>
        <a:srgbClr val="C2DFFD"/>
      </a:accent6>
      <a:hlink>
        <a:srgbClr val="314273"/>
      </a:hlink>
      <a:folHlink>
        <a:srgbClr val="58B6E5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66DCA"/>
        </a:solidFill>
        <a:ln w="19050">
          <a:solidFill>
            <a:schemeClr val="accent5">
              <a:lumMod val="90000"/>
              <a:lumOff val="10000"/>
            </a:schemeClr>
          </a:solidFill>
        </a:ln>
      </a:spPr>
      <a:bodyPr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3_INT母版">
  <a:themeElements>
    <a:clrScheme name="INT颜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034A90"/>
      </a:accent1>
      <a:accent2>
        <a:srgbClr val="58B6E5"/>
      </a:accent2>
      <a:accent3>
        <a:srgbClr val="BFBFBF"/>
      </a:accent3>
      <a:accent4>
        <a:srgbClr val="FFBA55"/>
      </a:accent4>
      <a:accent5>
        <a:srgbClr val="023160"/>
      </a:accent5>
      <a:accent6>
        <a:srgbClr val="C2DFFD"/>
      </a:accent6>
      <a:hlink>
        <a:srgbClr val="314273"/>
      </a:hlink>
      <a:folHlink>
        <a:srgbClr val="58B6E5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66DCA"/>
        </a:solidFill>
        <a:ln w="19050">
          <a:solidFill>
            <a:schemeClr val="accent5">
              <a:lumMod val="90000"/>
              <a:lumOff val="10000"/>
            </a:schemeClr>
          </a:solidFill>
        </a:ln>
      </a:spPr>
      <a:bodyPr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5_积分">
  <a:themeElements>
    <a:clrScheme name="积分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积分">
      <a:majorFont>
        <a:latin typeface="Tw Cen MT Condensed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积分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515</Words>
  <Application>WPS 演示</Application>
  <PresentationFormat>宽屏</PresentationFormat>
  <Paragraphs>111</Paragraphs>
  <Slides>5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31</vt:i4>
      </vt:variant>
      <vt:variant>
        <vt:lpstr>主题</vt:lpstr>
      </vt:variant>
      <vt:variant>
        <vt:i4>11</vt:i4>
      </vt:variant>
      <vt:variant>
        <vt:lpstr>幻灯片标题</vt:lpstr>
      </vt:variant>
      <vt:variant>
        <vt:i4>5</vt:i4>
      </vt:variant>
    </vt:vector>
  </HeadingPairs>
  <TitlesOfParts>
    <vt:vector size="47" baseType="lpstr">
      <vt:lpstr>Arial</vt:lpstr>
      <vt:lpstr>宋体</vt:lpstr>
      <vt:lpstr>Wingdings</vt:lpstr>
      <vt:lpstr>楷体</vt:lpstr>
      <vt:lpstr>Calibri Light</vt:lpstr>
      <vt:lpstr>Calibri</vt:lpstr>
      <vt:lpstr>Tw Cen MT</vt:lpstr>
      <vt:lpstr>Segoe Print</vt:lpstr>
      <vt:lpstr>Wingdings 3</vt:lpstr>
      <vt:lpstr>Symbol</vt:lpstr>
      <vt:lpstr>微软雅黑</vt:lpstr>
      <vt:lpstr>Wingdings</vt:lpstr>
      <vt:lpstr>Tw Cen MT Condensed</vt:lpstr>
      <vt:lpstr>华文仿宋</vt:lpstr>
      <vt:lpstr>Roboto Regular</vt:lpstr>
      <vt:lpstr>思源黑体 CN Regular</vt:lpstr>
      <vt:lpstr>Calibri</vt:lpstr>
      <vt:lpstr>Poppins</vt:lpstr>
      <vt:lpstr>Verdana</vt:lpstr>
      <vt:lpstr>等线</vt:lpstr>
      <vt:lpstr>Impact</vt:lpstr>
      <vt:lpstr>Times New Roman</vt:lpstr>
      <vt:lpstr>Tw Cen MT</vt:lpstr>
      <vt:lpstr>仿宋</vt:lpstr>
      <vt:lpstr>Arial Unicode MS</vt:lpstr>
      <vt:lpstr>阿里巴巴普惠体 R</vt:lpstr>
      <vt:lpstr>Arial</vt:lpstr>
      <vt:lpstr>OPPOSans B</vt:lpstr>
      <vt:lpstr>Arial Narrow</vt:lpstr>
      <vt:lpstr>Century Gothic</vt:lpstr>
      <vt:lpstr>Liberation Mono</vt:lpstr>
      <vt:lpstr>1_自定义设计方案</vt:lpstr>
      <vt:lpstr>自定义设计方案</vt:lpstr>
      <vt:lpstr>2_自定义设计方案</vt:lpstr>
      <vt:lpstr>1_第一PPT，www.1ppt.com​</vt:lpstr>
      <vt:lpstr>1_Office 主题​​</vt:lpstr>
      <vt:lpstr>1_积分</vt:lpstr>
      <vt:lpstr>7_INT母版</vt:lpstr>
      <vt:lpstr>1_INT母版</vt:lpstr>
      <vt:lpstr>2_INT母版</vt:lpstr>
      <vt:lpstr>3_INT母版</vt:lpstr>
      <vt:lpstr>5_积分</vt:lpstr>
      <vt:lpstr>PowerPoint 演示文稿</vt:lpstr>
      <vt:lpstr>PowerPoint 演示文稿</vt:lpstr>
      <vt:lpstr>PowerPoint 演示文稿</vt:lpstr>
      <vt:lpstr>集团简介</vt:lpstr>
      <vt:lpstr>集团发展历程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CY</dc:creator>
  <cp:lastModifiedBy>zeyu</cp:lastModifiedBy>
  <cp:revision>1752</cp:revision>
  <cp:lastPrinted>2023-09-18T06:29:00Z</cp:lastPrinted>
  <dcterms:created xsi:type="dcterms:W3CDTF">2014-04-24T03:10:00Z</dcterms:created>
  <dcterms:modified xsi:type="dcterms:W3CDTF">2026-09-09T08:18:06Z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2052-12.1.0.28599</vt:lpwstr>
  </property>
  <property fmtid="{D5CDD505-2E9C-101B-9397-08002B2CF9AE}" pid="3" name="ICV">
    <vt:lpwstr>ACBBE17CEC1A4339825FF8532EFBEFF0_13</vt:lpwstr>
  </property>
</Properties>
</file>